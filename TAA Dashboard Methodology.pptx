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  <p:sldMasterId id="2147483772" r:id="rId5"/>
    <p:sldMasterId id="2147483775" r:id="rId6"/>
  </p:sldMasterIdLst>
  <p:notesMasterIdLst>
    <p:notesMasterId r:id="rId28"/>
  </p:notesMasterIdLst>
  <p:handoutMasterIdLst>
    <p:handoutMasterId r:id="rId29"/>
  </p:handoutMasterIdLst>
  <p:sldIdLst>
    <p:sldId id="2147374791" r:id="rId7"/>
    <p:sldId id="2147374790" r:id="rId8"/>
    <p:sldId id="2147374814" r:id="rId9"/>
    <p:sldId id="2147374812" r:id="rId10"/>
    <p:sldId id="2147374816" r:id="rId11"/>
    <p:sldId id="2147374823" r:id="rId12"/>
    <p:sldId id="2147374824" r:id="rId13"/>
    <p:sldId id="262" r:id="rId14"/>
    <p:sldId id="2147374825" r:id="rId15"/>
    <p:sldId id="2147374826" r:id="rId16"/>
    <p:sldId id="2147374829" r:id="rId17"/>
    <p:sldId id="2147374830" r:id="rId18"/>
    <p:sldId id="2147374831" r:id="rId19"/>
    <p:sldId id="2147374832" r:id="rId20"/>
    <p:sldId id="2147374833" r:id="rId21"/>
    <p:sldId id="2147374834" r:id="rId22"/>
    <p:sldId id="2147374835" r:id="rId23"/>
    <p:sldId id="2147374822" r:id="rId24"/>
    <p:sldId id="280" r:id="rId25"/>
    <p:sldId id="2147374808" r:id="rId26"/>
    <p:sldId id="256" r:id="rId27"/>
  </p:sldIdLst>
  <p:sldSz cx="12192000" cy="6858000"/>
  <p:notesSz cx="6858000" cy="9144000"/>
  <p:custDataLst>
    <p:tags r:id="rId30"/>
  </p:custData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E6281E"/>
    <a:srgbClr val="F1F1F1"/>
    <a:srgbClr val="E31E24"/>
    <a:srgbClr val="8B8B8B"/>
    <a:srgbClr val="4A4A4A"/>
    <a:srgbClr val="B2B2B2"/>
    <a:srgbClr val="FAD4D2"/>
    <a:srgbClr val="F07E78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BEA740-2C42-4FF5-9387-6F1A7E66B373}" v="151" dt="2026-05-20T15:46:22.821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60" autoAdjust="0"/>
  </p:normalViewPr>
  <p:slideViewPr>
    <p:cSldViewPr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ior Alexis Julon Ventura" userId="bc0bd127-ac50-4ffc-b335-3e3d7d880d73" providerId="ADAL" clId="{63CD30A9-9518-473B-A836-8B5B2514C4E6}"/>
    <pc:docChg chg="undo redo custSel addSld delSld modSld sldOrd addMainMaster delMainMaster delSection modSection">
      <pc:chgData name="Junior Alexis Julon Ventura" userId="bc0bd127-ac50-4ffc-b335-3e3d7d880d73" providerId="ADAL" clId="{63CD30A9-9518-473B-A836-8B5B2514C4E6}" dt="2026-05-20T15:47:02.653" v="4397" actId="14100"/>
      <pc:docMkLst>
        <pc:docMk/>
      </pc:docMkLst>
      <pc:sldChg chg="add mod ord modShow">
        <pc:chgData name="Junior Alexis Julon Ventura" userId="bc0bd127-ac50-4ffc-b335-3e3d7d880d73" providerId="ADAL" clId="{63CD30A9-9518-473B-A836-8B5B2514C4E6}" dt="2026-05-14T19:52:22.310" v="3710" actId="729"/>
        <pc:sldMkLst>
          <pc:docMk/>
          <pc:sldMk cId="756465727" sldId="256"/>
        </pc:sldMkLst>
      </pc:sldChg>
      <pc:sldChg chg="delSp modSp add del mod setBg">
        <pc:chgData name="Junior Alexis Julon Ventura" userId="bc0bd127-ac50-4ffc-b335-3e3d7d880d73" providerId="ADAL" clId="{63CD30A9-9518-473B-A836-8B5B2514C4E6}" dt="2026-05-20T15:36:36.774" v="4345" actId="47"/>
        <pc:sldMkLst>
          <pc:docMk/>
          <pc:sldMk cId="0" sldId="257"/>
        </pc:sldMkLst>
        <pc:spChg chg="mod">
          <ac:chgData name="Junior Alexis Julon Ventura" userId="bc0bd127-ac50-4ffc-b335-3e3d7d880d73" providerId="ADAL" clId="{63CD30A9-9518-473B-A836-8B5B2514C4E6}" dt="2026-05-20T15:28:56.874" v="3805" actId="207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Junior Alexis Julon Ventura" userId="bc0bd127-ac50-4ffc-b335-3e3d7d880d73" providerId="ADAL" clId="{63CD30A9-9518-473B-A836-8B5B2514C4E6}" dt="2026-05-20T15:28:31.298" v="3796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59.366" v="3806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56.874" v="3805" actId="207"/>
          <ac:spMkLst>
            <pc:docMk/>
            <pc:sldMk cId="0" sldId="257"/>
            <ac:spMk id="21" creationId="{00000000-0000-0000-0000-000000000000}"/>
          </ac:spMkLst>
        </pc:spChg>
        <pc:spChg chg="del mod">
          <ac:chgData name="Junior Alexis Julon Ventura" userId="bc0bd127-ac50-4ffc-b335-3e3d7d880d73" providerId="ADAL" clId="{63CD30A9-9518-473B-A836-8B5B2514C4E6}" dt="2026-05-20T15:28:38.787" v="3800" actId="47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59.366" v="3806" actId="20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56.874" v="3805" actId="20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40.529" v="3801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20T15:28:59.366" v="3806" actId="207"/>
          <ac:spMkLst>
            <pc:docMk/>
            <pc:sldMk cId="0" sldId="257"/>
            <ac:spMk id="40" creationId="{00000000-0000-0000-0000-000000000000}"/>
          </ac:spMkLst>
        </pc:spChg>
      </pc:sldChg>
      <pc:sldChg chg="addSp modSp add del mod modShow">
        <pc:chgData name="Junior Alexis Julon Ventura" userId="bc0bd127-ac50-4ffc-b335-3e3d7d880d73" providerId="ADAL" clId="{63CD30A9-9518-473B-A836-8B5B2514C4E6}" dt="2026-05-14T19:22:15.391" v="3037" actId="729"/>
        <pc:sldMkLst>
          <pc:docMk/>
          <pc:sldMk cId="0" sldId="262"/>
        </pc:sldMkLst>
        <pc:spChg chg="mod">
          <ac:chgData name="Junior Alexis Julon Ventura" userId="bc0bd127-ac50-4ffc-b335-3e3d7d880d73" providerId="ADAL" clId="{63CD30A9-9518-473B-A836-8B5B2514C4E6}" dt="2026-05-14T19:22:12.285" v="3036" actId="27636"/>
          <ac:spMkLst>
            <pc:docMk/>
            <pc:sldMk cId="0" sldId="262"/>
            <ac:spMk id="8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4T19:06:16.789" v="2606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4T19:06:16.789" v="2606" actId="1036"/>
          <ac:spMkLst>
            <pc:docMk/>
            <pc:sldMk cId="0" sldId="262"/>
            <ac:spMk id="11" creationId="{00000000-0000-0000-0000-000000000000}"/>
          </ac:spMkLst>
        </pc:spChg>
      </pc:sldChg>
      <pc:sldChg chg="modSp mod modShow">
        <pc:chgData name="Junior Alexis Julon Ventura" userId="bc0bd127-ac50-4ffc-b335-3e3d7d880d73" providerId="ADAL" clId="{63CD30A9-9518-473B-A836-8B5B2514C4E6}" dt="2026-05-14T19:57:11.909" v="3722" actId="729"/>
        <pc:sldMkLst>
          <pc:docMk/>
          <pc:sldMk cId="252582197" sldId="280"/>
        </pc:sldMkLst>
        <pc:spChg chg="mod">
          <ac:chgData name="Junior Alexis Julon Ventura" userId="bc0bd127-ac50-4ffc-b335-3e3d7d880d73" providerId="ADAL" clId="{63CD30A9-9518-473B-A836-8B5B2514C4E6}" dt="2026-05-13T20:47:13.782" v="1686" actId="20577"/>
          <ac:spMkLst>
            <pc:docMk/>
            <pc:sldMk cId="252582197" sldId="280"/>
            <ac:spMk id="3" creationId="{D498F39B-4880-7C8B-450A-E757EA0C548F}"/>
          </ac:spMkLst>
        </pc:spChg>
      </pc:sldChg>
      <pc:sldChg chg="modSp mod modNotesTx">
        <pc:chgData name="Junior Alexis Julon Ventura" userId="bc0bd127-ac50-4ffc-b335-3e3d7d880d73" providerId="ADAL" clId="{63CD30A9-9518-473B-A836-8B5B2514C4E6}" dt="2026-05-14T19:29:28.184" v="3193"/>
        <pc:sldMkLst>
          <pc:docMk/>
          <pc:sldMk cId="650105672" sldId="2147374790"/>
        </pc:sldMkLst>
        <pc:spChg chg="mod">
          <ac:chgData name="Junior Alexis Julon Ventura" userId="bc0bd127-ac50-4ffc-b335-3e3d7d880d73" providerId="ADAL" clId="{63CD30A9-9518-473B-A836-8B5B2514C4E6}" dt="2026-05-14T16:21:03.210" v="1995" actId="20577"/>
          <ac:spMkLst>
            <pc:docMk/>
            <pc:sldMk cId="650105672" sldId="2147374790"/>
            <ac:spMk id="6" creationId="{DBE39505-8D2E-CE5E-1D98-6BA4A996799D}"/>
          </ac:spMkLst>
        </pc:spChg>
        <pc:spChg chg="mod">
          <ac:chgData name="Junior Alexis Julon Ventura" userId="bc0bd127-ac50-4ffc-b335-3e3d7d880d73" providerId="ADAL" clId="{63CD30A9-9518-473B-A836-8B5B2514C4E6}" dt="2026-05-14T19:02:58.602" v="2502" actId="21"/>
          <ac:spMkLst>
            <pc:docMk/>
            <pc:sldMk cId="650105672" sldId="2147374790"/>
            <ac:spMk id="11" creationId="{72CCC65D-12BB-D51D-0AD1-88F47B97E1B1}"/>
          </ac:spMkLst>
        </pc:spChg>
        <pc:spChg chg="mod">
          <ac:chgData name="Junior Alexis Julon Ventura" userId="bc0bd127-ac50-4ffc-b335-3e3d7d880d73" providerId="ADAL" clId="{63CD30A9-9518-473B-A836-8B5B2514C4E6}" dt="2026-05-14T19:03:00.818" v="2503"/>
          <ac:spMkLst>
            <pc:docMk/>
            <pc:sldMk cId="650105672" sldId="2147374790"/>
            <ac:spMk id="13" creationId="{CD0C0936-A6F1-FE86-593D-553F6E07C36A}"/>
          </ac:spMkLst>
        </pc:spChg>
        <pc:spChg chg="mod">
          <ac:chgData name="Junior Alexis Julon Ventura" userId="bc0bd127-ac50-4ffc-b335-3e3d7d880d73" providerId="ADAL" clId="{63CD30A9-9518-473B-A836-8B5B2514C4E6}" dt="2026-05-14T16:22:04.028" v="2002" actId="20577"/>
          <ac:spMkLst>
            <pc:docMk/>
            <pc:sldMk cId="650105672" sldId="2147374790"/>
            <ac:spMk id="15" creationId="{468BB9BD-94B8-2BCE-660B-030E24A1E024}"/>
          </ac:spMkLst>
        </pc:spChg>
        <pc:spChg chg="mod">
          <ac:chgData name="Junior Alexis Julon Ventura" userId="bc0bd127-ac50-4ffc-b335-3e3d7d880d73" providerId="ADAL" clId="{63CD30A9-9518-473B-A836-8B5B2514C4E6}" dt="2026-05-14T16:22:20.882" v="2011" actId="20577"/>
          <ac:spMkLst>
            <pc:docMk/>
            <pc:sldMk cId="650105672" sldId="2147374790"/>
            <ac:spMk id="17" creationId="{875E4FDB-4B53-E0E3-7698-876DF9D83F18}"/>
          </ac:spMkLst>
        </pc:spChg>
        <pc:spChg chg="mod">
          <ac:chgData name="Junior Alexis Julon Ventura" userId="bc0bd127-ac50-4ffc-b335-3e3d7d880d73" providerId="ADAL" clId="{63CD30A9-9518-473B-A836-8B5B2514C4E6}" dt="2026-05-14T16:22:21.412" v="2012" actId="20577"/>
          <ac:spMkLst>
            <pc:docMk/>
            <pc:sldMk cId="650105672" sldId="2147374790"/>
            <ac:spMk id="18" creationId="{9FF47CC5-CFFD-19C6-294F-7F4A61F12362}"/>
          </ac:spMkLst>
        </pc:spChg>
        <pc:spChg chg="mod">
          <ac:chgData name="Junior Alexis Julon Ventura" userId="bc0bd127-ac50-4ffc-b335-3e3d7d880d73" providerId="ADAL" clId="{63CD30A9-9518-473B-A836-8B5B2514C4E6}" dt="2026-05-14T19:29:28.184" v="3193"/>
          <ac:spMkLst>
            <pc:docMk/>
            <pc:sldMk cId="650105672" sldId="2147374790"/>
            <ac:spMk id="19" creationId="{30DA6B56-6DB1-FC7D-199E-718D893A3703}"/>
          </ac:spMkLst>
        </pc:spChg>
        <pc:spChg chg="mod">
          <ac:chgData name="Junior Alexis Julon Ventura" userId="bc0bd127-ac50-4ffc-b335-3e3d7d880d73" providerId="ADAL" clId="{63CD30A9-9518-473B-A836-8B5B2514C4E6}" dt="2026-05-14T16:22:18.428" v="2010" actId="20577"/>
          <ac:spMkLst>
            <pc:docMk/>
            <pc:sldMk cId="650105672" sldId="2147374790"/>
            <ac:spMk id="21" creationId="{7694B601-FF0A-0666-11E3-E99EAB748DBF}"/>
          </ac:spMkLst>
        </pc:spChg>
      </pc:sldChg>
      <pc:sldChg chg="modSp mod">
        <pc:chgData name="Junior Alexis Julon Ventura" userId="bc0bd127-ac50-4ffc-b335-3e3d7d880d73" providerId="ADAL" clId="{63CD30A9-9518-473B-A836-8B5B2514C4E6}" dt="2026-05-14T16:22:58.927" v="2027" actId="20577"/>
        <pc:sldMkLst>
          <pc:docMk/>
          <pc:sldMk cId="2367874757" sldId="2147374791"/>
        </pc:sldMkLst>
        <pc:spChg chg="mod">
          <ac:chgData name="Junior Alexis Julon Ventura" userId="bc0bd127-ac50-4ffc-b335-3e3d7d880d73" providerId="ADAL" clId="{63CD30A9-9518-473B-A836-8B5B2514C4E6}" dt="2026-05-14T16:22:58.927" v="2027" actId="20577"/>
          <ac:spMkLst>
            <pc:docMk/>
            <pc:sldMk cId="2367874757" sldId="2147374791"/>
            <ac:spMk id="2" creationId="{0FF5C3AB-EF58-F313-2299-B697C070E424}"/>
          </ac:spMkLst>
        </pc:spChg>
        <pc:spChg chg="mod">
          <ac:chgData name="Junior Alexis Julon Ventura" userId="bc0bd127-ac50-4ffc-b335-3e3d7d880d73" providerId="ADAL" clId="{63CD30A9-9518-473B-A836-8B5B2514C4E6}" dt="2026-05-13T20:43:32.820" v="1559" actId="20577"/>
          <ac:spMkLst>
            <pc:docMk/>
            <pc:sldMk cId="2367874757" sldId="2147374791"/>
            <ac:spMk id="3" creationId="{726E3559-F4F7-722A-3220-C8580E330D9E}"/>
          </ac:spMkLst>
        </pc:spChg>
      </pc:sldChg>
      <pc:sldChg chg="modSp mod modShow modNotesTx">
        <pc:chgData name="Junior Alexis Julon Ventura" userId="bc0bd127-ac50-4ffc-b335-3e3d7d880d73" providerId="ADAL" clId="{63CD30A9-9518-473B-A836-8B5B2514C4E6}" dt="2026-05-14T19:52:22.310" v="3710" actId="729"/>
        <pc:sldMkLst>
          <pc:docMk/>
          <pc:sldMk cId="1804954886" sldId="2147374808"/>
        </pc:sldMkLst>
        <pc:spChg chg="mod">
          <ac:chgData name="Junior Alexis Julon Ventura" userId="bc0bd127-ac50-4ffc-b335-3e3d7d880d73" providerId="ADAL" clId="{63CD30A9-9518-473B-A836-8B5B2514C4E6}" dt="2026-05-13T20:47:20.088" v="1687"/>
          <ac:spMkLst>
            <pc:docMk/>
            <pc:sldMk cId="1804954886" sldId="2147374808"/>
            <ac:spMk id="3" creationId="{E3DC9912-6691-7A1C-6C22-0D5DF818FB7D}"/>
          </ac:spMkLst>
        </pc:spChg>
        <pc:spChg chg="mod">
          <ac:chgData name="Junior Alexis Julon Ventura" userId="bc0bd127-ac50-4ffc-b335-3e3d7d880d73" providerId="ADAL" clId="{63CD30A9-9518-473B-A836-8B5B2514C4E6}" dt="2026-05-13T20:44:57.149" v="1570" actId="20577"/>
          <ac:spMkLst>
            <pc:docMk/>
            <pc:sldMk cId="1804954886" sldId="2147374808"/>
            <ac:spMk id="81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5:13.367" v="1576" actId="20577"/>
          <ac:spMkLst>
            <pc:docMk/>
            <pc:sldMk cId="1804954886" sldId="2147374808"/>
            <ac:spMk id="83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5:26.009" v="1583" actId="20577"/>
          <ac:spMkLst>
            <pc:docMk/>
            <pc:sldMk cId="1804954886" sldId="2147374808"/>
            <ac:spMk id="85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4:38.712" v="1562" actId="20577"/>
          <ac:spMkLst>
            <pc:docMk/>
            <pc:sldMk cId="1804954886" sldId="2147374808"/>
            <ac:spMk id="98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4:45.024" v="1567" actId="20577"/>
          <ac:spMkLst>
            <pc:docMk/>
            <pc:sldMk cId="1804954886" sldId="2147374808"/>
            <ac:spMk id="100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5:55.505" v="1589" actId="20577"/>
          <ac:spMkLst>
            <pc:docMk/>
            <pc:sldMk cId="1804954886" sldId="2147374808"/>
            <ac:spMk id="113" creationId="{00000000-0000-0000-0000-000000000000}"/>
          </ac:spMkLst>
        </pc:spChg>
        <pc:spChg chg="mod">
          <ac:chgData name="Junior Alexis Julon Ventura" userId="bc0bd127-ac50-4ffc-b335-3e3d7d880d73" providerId="ADAL" clId="{63CD30A9-9518-473B-A836-8B5B2514C4E6}" dt="2026-05-13T20:46:16.106" v="1678" actId="20577"/>
          <ac:spMkLst>
            <pc:docMk/>
            <pc:sldMk cId="1804954886" sldId="2147374808"/>
            <ac:spMk id="115" creationId="{00000000-0000-0000-0000-000000000000}"/>
          </ac:spMkLst>
        </pc:spChg>
      </pc:sldChg>
      <pc:sldChg chg="addSp delSp modSp add mod ord">
        <pc:chgData name="Junior Alexis Julon Ventura" userId="bc0bd127-ac50-4ffc-b335-3e3d7d880d73" providerId="ADAL" clId="{63CD30A9-9518-473B-A836-8B5B2514C4E6}" dt="2026-05-14T19:14:41.115" v="2765" actId="207"/>
        <pc:sldMkLst>
          <pc:docMk/>
          <pc:sldMk cId="946306297" sldId="2147374812"/>
        </pc:sldMkLst>
        <pc:spChg chg="mod">
          <ac:chgData name="Junior Alexis Julon Ventura" userId="bc0bd127-ac50-4ffc-b335-3e3d7d880d73" providerId="ADAL" clId="{63CD30A9-9518-473B-A836-8B5B2514C4E6}" dt="2026-05-13T20:55:30.139" v="1964"/>
          <ac:spMkLst>
            <pc:docMk/>
            <pc:sldMk cId="946306297" sldId="2147374812"/>
            <ac:spMk id="2" creationId="{70A50DCD-8B04-D864-1C73-4256A1006717}"/>
          </ac:spMkLst>
        </pc:spChg>
        <pc:spChg chg="mod">
          <ac:chgData name="Junior Alexis Julon Ventura" userId="bc0bd127-ac50-4ffc-b335-3e3d7d880d73" providerId="ADAL" clId="{63CD30A9-9518-473B-A836-8B5B2514C4E6}" dt="2026-05-14T16:23:16.142" v="2033" actId="20577"/>
          <ac:spMkLst>
            <pc:docMk/>
            <pc:sldMk cId="946306297" sldId="2147374812"/>
            <ac:spMk id="3" creationId="{E09C7900-3B9C-3CA4-5D75-3DAE4FC2F888}"/>
          </ac:spMkLst>
        </pc:spChg>
        <pc:spChg chg="add mod">
          <ac:chgData name="Junior Alexis Julon Ventura" userId="bc0bd127-ac50-4ffc-b335-3e3d7d880d73" providerId="ADAL" clId="{63CD30A9-9518-473B-A836-8B5B2514C4E6}" dt="2026-05-13T20:54:18.966" v="1952" actId="14100"/>
          <ac:spMkLst>
            <pc:docMk/>
            <pc:sldMk cId="946306297" sldId="2147374812"/>
            <ac:spMk id="5" creationId="{EB0E6F79-BA68-6DA4-06C8-4E450C4DE3A7}"/>
          </ac:spMkLst>
        </pc:spChg>
        <pc:spChg chg="mod">
          <ac:chgData name="Junior Alexis Julon Ventura" userId="bc0bd127-ac50-4ffc-b335-3e3d7d880d73" providerId="ADAL" clId="{63CD30A9-9518-473B-A836-8B5B2514C4E6}" dt="2026-05-13T20:55:29.771" v="1963"/>
          <ac:spMkLst>
            <pc:docMk/>
            <pc:sldMk cId="946306297" sldId="2147374812"/>
            <ac:spMk id="8" creationId="{644D73DD-B495-A037-07CD-E753C51302A8}"/>
          </ac:spMkLst>
        </pc:spChg>
        <pc:spChg chg="mod">
          <ac:chgData name="Junior Alexis Julon Ventura" userId="bc0bd127-ac50-4ffc-b335-3e3d7d880d73" providerId="ADAL" clId="{63CD30A9-9518-473B-A836-8B5B2514C4E6}" dt="2026-05-13T20:54:23.287" v="1953" actId="14100"/>
          <ac:spMkLst>
            <pc:docMk/>
            <pc:sldMk cId="946306297" sldId="2147374812"/>
            <ac:spMk id="9" creationId="{A442EA31-2298-DAE8-F361-527C4AFE024A}"/>
          </ac:spMkLst>
        </pc:spChg>
        <pc:spChg chg="mod">
          <ac:chgData name="Junior Alexis Julon Ventura" userId="bc0bd127-ac50-4ffc-b335-3e3d7d880d73" providerId="ADAL" clId="{63CD30A9-9518-473B-A836-8B5B2514C4E6}" dt="2026-05-13T20:53:08.563" v="1891" actId="14100"/>
          <ac:spMkLst>
            <pc:docMk/>
            <pc:sldMk cId="946306297" sldId="2147374812"/>
            <ac:spMk id="11" creationId="{E2590B75-AE6D-94E6-7C97-0B330F1A7C1D}"/>
          </ac:spMkLst>
        </pc:spChg>
        <pc:spChg chg="add mod">
          <ac:chgData name="Junior Alexis Julon Ventura" userId="bc0bd127-ac50-4ffc-b335-3e3d7d880d73" providerId="ADAL" clId="{63CD30A9-9518-473B-A836-8B5B2514C4E6}" dt="2026-05-13T20:53:11.490" v="1892" actId="1076"/>
          <ac:spMkLst>
            <pc:docMk/>
            <pc:sldMk cId="946306297" sldId="2147374812"/>
            <ac:spMk id="12" creationId="{C358055B-C19B-6F45-3DD8-F5E92A0C8156}"/>
          </ac:spMkLst>
        </pc:spChg>
        <pc:spChg chg="add mod">
          <ac:chgData name="Junior Alexis Julon Ventura" userId="bc0bd127-ac50-4ffc-b335-3e3d7d880d73" providerId="ADAL" clId="{63CD30A9-9518-473B-A836-8B5B2514C4E6}" dt="2026-05-13T20:53:32.150" v="1910" actId="1035"/>
          <ac:spMkLst>
            <pc:docMk/>
            <pc:sldMk cId="946306297" sldId="2147374812"/>
            <ac:spMk id="13" creationId="{8CDFB7FB-E6BF-64ED-9B95-8A25ACD07D69}"/>
          </ac:spMkLst>
        </pc:spChg>
        <pc:spChg chg="mod">
          <ac:chgData name="Junior Alexis Julon Ventura" userId="bc0bd127-ac50-4ffc-b335-3e3d7d880d73" providerId="ADAL" clId="{63CD30A9-9518-473B-A836-8B5B2514C4E6}" dt="2026-05-13T20:53:32.150" v="1910" actId="1035"/>
          <ac:spMkLst>
            <pc:docMk/>
            <pc:sldMk cId="946306297" sldId="2147374812"/>
            <ac:spMk id="14" creationId="{DF0D444C-26E1-7358-793F-BE26C1A37376}"/>
          </ac:spMkLst>
        </pc:spChg>
        <pc:spChg chg="mod">
          <ac:chgData name="Junior Alexis Julon Ventura" userId="bc0bd127-ac50-4ffc-b335-3e3d7d880d73" providerId="ADAL" clId="{63CD30A9-9518-473B-A836-8B5B2514C4E6}" dt="2026-05-13T20:53:48.015" v="1918" actId="1076"/>
          <ac:spMkLst>
            <pc:docMk/>
            <pc:sldMk cId="946306297" sldId="2147374812"/>
            <ac:spMk id="15" creationId="{56E4824B-E410-4606-46DE-2C0DAA7F86F8}"/>
          </ac:spMkLst>
        </pc:spChg>
        <pc:spChg chg="add mod">
          <ac:chgData name="Junior Alexis Julon Ventura" userId="bc0bd127-ac50-4ffc-b335-3e3d7d880d73" providerId="ADAL" clId="{63CD30A9-9518-473B-A836-8B5B2514C4E6}" dt="2026-05-13T20:53:48.015" v="1918" actId="1076"/>
          <ac:spMkLst>
            <pc:docMk/>
            <pc:sldMk cId="946306297" sldId="2147374812"/>
            <ac:spMk id="16" creationId="{E39B834D-5E46-634A-6408-CAB914ACFCEA}"/>
          </ac:spMkLst>
        </pc:spChg>
        <pc:spChg chg="mod">
          <ac:chgData name="Junior Alexis Julon Ventura" userId="bc0bd127-ac50-4ffc-b335-3e3d7d880d73" providerId="ADAL" clId="{63CD30A9-9518-473B-A836-8B5B2514C4E6}" dt="2026-05-13T20:54:12.222" v="1935" actId="1035"/>
          <ac:spMkLst>
            <pc:docMk/>
            <pc:sldMk cId="946306297" sldId="2147374812"/>
            <ac:spMk id="18" creationId="{10419567-8EE9-24A0-8167-6367DA1874A9}"/>
          </ac:spMkLst>
        </pc:spChg>
        <pc:spChg chg="add mod">
          <ac:chgData name="Junior Alexis Julon Ventura" userId="bc0bd127-ac50-4ffc-b335-3e3d7d880d73" providerId="ADAL" clId="{63CD30A9-9518-473B-A836-8B5B2514C4E6}" dt="2026-05-13T20:54:12.222" v="1935" actId="1035"/>
          <ac:spMkLst>
            <pc:docMk/>
            <pc:sldMk cId="946306297" sldId="2147374812"/>
            <ac:spMk id="19" creationId="{94D7AF8A-E287-D0C9-9107-3E564F3D3832}"/>
          </ac:spMkLst>
        </pc:spChg>
        <pc:spChg chg="mod">
          <ac:chgData name="Junior Alexis Julon Ventura" userId="bc0bd127-ac50-4ffc-b335-3e3d7d880d73" providerId="ADAL" clId="{63CD30A9-9518-473B-A836-8B5B2514C4E6}" dt="2026-05-13T20:54:15.423" v="1951" actId="1035"/>
          <ac:spMkLst>
            <pc:docMk/>
            <pc:sldMk cId="946306297" sldId="2147374812"/>
            <ac:spMk id="20" creationId="{FEBF1A38-47F1-2021-0718-C659F13DE67B}"/>
          </ac:spMkLst>
        </pc:spChg>
        <pc:spChg chg="mod">
          <ac:chgData name="Junior Alexis Julon Ventura" userId="bc0bd127-ac50-4ffc-b335-3e3d7d880d73" providerId="ADAL" clId="{63CD30A9-9518-473B-A836-8B5B2514C4E6}" dt="2026-05-13T20:54:15.423" v="1951" actId="1035"/>
          <ac:spMkLst>
            <pc:docMk/>
            <pc:sldMk cId="946306297" sldId="2147374812"/>
            <ac:spMk id="21" creationId="{5DE97307-722D-CBAA-060F-18B42F979585}"/>
          </ac:spMkLst>
        </pc:spChg>
        <pc:spChg chg="add mod">
          <ac:chgData name="Junior Alexis Julon Ventura" userId="bc0bd127-ac50-4ffc-b335-3e3d7d880d73" providerId="ADAL" clId="{63CD30A9-9518-473B-A836-8B5B2514C4E6}" dt="2026-05-14T19:06:45.208" v="2612" actId="403"/>
          <ac:spMkLst>
            <pc:docMk/>
            <pc:sldMk cId="946306297" sldId="2147374812"/>
            <ac:spMk id="23" creationId="{480E0061-ABC4-E62E-42C0-98E3E5F9B968}"/>
          </ac:spMkLst>
        </pc:spChg>
        <pc:spChg chg="mod">
          <ac:chgData name="Junior Alexis Julon Ventura" userId="bc0bd127-ac50-4ffc-b335-3e3d7d880d73" providerId="ADAL" clId="{63CD30A9-9518-473B-A836-8B5B2514C4E6}" dt="2026-05-14T19:06:51.489" v="2613" actId="108"/>
          <ac:spMkLst>
            <pc:docMk/>
            <pc:sldMk cId="946306297" sldId="2147374812"/>
            <ac:spMk id="27" creationId="{B3F9B803-C806-64E2-69EA-92B836A10AA5}"/>
          </ac:spMkLst>
        </pc:spChg>
        <pc:spChg chg="add mod">
          <ac:chgData name="Junior Alexis Julon Ventura" userId="bc0bd127-ac50-4ffc-b335-3e3d7d880d73" providerId="ADAL" clId="{63CD30A9-9518-473B-A836-8B5B2514C4E6}" dt="2026-05-13T20:51:36.683" v="1852" actId="14100"/>
          <ac:spMkLst>
            <pc:docMk/>
            <pc:sldMk cId="946306297" sldId="2147374812"/>
            <ac:spMk id="28" creationId="{F338D54D-5501-85A4-753A-B1614085E8C2}"/>
          </ac:spMkLst>
        </pc:spChg>
        <pc:spChg chg="mod">
          <ac:chgData name="Junior Alexis Julon Ventura" userId="bc0bd127-ac50-4ffc-b335-3e3d7d880d73" providerId="ADAL" clId="{63CD30A9-9518-473B-A836-8B5B2514C4E6}" dt="2026-05-13T20:51:52.513" v="1862" actId="1036"/>
          <ac:spMkLst>
            <pc:docMk/>
            <pc:sldMk cId="946306297" sldId="2147374812"/>
            <ac:spMk id="29" creationId="{4CE07655-A8E1-0EB1-0C9E-703D2F5A88E7}"/>
          </ac:spMkLst>
        </pc:spChg>
        <pc:spChg chg="mod">
          <ac:chgData name="Junior Alexis Julon Ventura" userId="bc0bd127-ac50-4ffc-b335-3e3d7d880d73" providerId="ADAL" clId="{63CD30A9-9518-473B-A836-8B5B2514C4E6}" dt="2026-05-13T20:53:32.150" v="1910" actId="1035"/>
          <ac:spMkLst>
            <pc:docMk/>
            <pc:sldMk cId="946306297" sldId="2147374812"/>
            <ac:spMk id="30" creationId="{A288B65D-79A0-9A85-FF67-A132F7E62745}"/>
          </ac:spMkLst>
        </pc:spChg>
        <pc:spChg chg="add mod">
          <ac:chgData name="Junior Alexis Julon Ventura" userId="bc0bd127-ac50-4ffc-b335-3e3d7d880d73" providerId="ADAL" clId="{63CD30A9-9518-473B-A836-8B5B2514C4E6}" dt="2026-05-13T20:53:32.150" v="1910" actId="1035"/>
          <ac:spMkLst>
            <pc:docMk/>
            <pc:sldMk cId="946306297" sldId="2147374812"/>
            <ac:spMk id="31" creationId="{71AD99AE-51F9-1BD6-C749-35BD4CC51453}"/>
          </ac:spMkLst>
        </pc:spChg>
        <pc:spChg chg="mod">
          <ac:chgData name="Junior Alexis Julon Ventura" userId="bc0bd127-ac50-4ffc-b335-3e3d7d880d73" providerId="ADAL" clId="{63CD30A9-9518-473B-A836-8B5B2514C4E6}" dt="2026-05-13T20:53:48.015" v="1918" actId="1076"/>
          <ac:spMkLst>
            <pc:docMk/>
            <pc:sldMk cId="946306297" sldId="2147374812"/>
            <ac:spMk id="32" creationId="{3E28D34C-F20E-637B-47EE-885CEBA1597A}"/>
          </ac:spMkLst>
        </pc:spChg>
        <pc:spChg chg="mod">
          <ac:chgData name="Junior Alexis Julon Ventura" userId="bc0bd127-ac50-4ffc-b335-3e3d7d880d73" providerId="ADAL" clId="{63CD30A9-9518-473B-A836-8B5B2514C4E6}" dt="2026-05-13T20:53:48.015" v="1918" actId="1076"/>
          <ac:spMkLst>
            <pc:docMk/>
            <pc:sldMk cId="946306297" sldId="2147374812"/>
            <ac:spMk id="33" creationId="{AE8C9AC6-0443-5847-1D6E-7B63E09F8961}"/>
          </ac:spMkLst>
        </pc:spChg>
        <pc:spChg chg="mod">
          <ac:chgData name="Junior Alexis Julon Ventura" userId="bc0bd127-ac50-4ffc-b335-3e3d7d880d73" providerId="ADAL" clId="{63CD30A9-9518-473B-A836-8B5B2514C4E6}" dt="2026-05-13T20:54:12.222" v="1935" actId="1035"/>
          <ac:spMkLst>
            <pc:docMk/>
            <pc:sldMk cId="946306297" sldId="2147374812"/>
            <ac:spMk id="35" creationId="{81ABBEC7-A787-A8EC-CDB5-C7B2F159B9A7}"/>
          </ac:spMkLst>
        </pc:spChg>
        <pc:spChg chg="add mod">
          <ac:chgData name="Junior Alexis Julon Ventura" userId="bc0bd127-ac50-4ffc-b335-3e3d7d880d73" providerId="ADAL" clId="{63CD30A9-9518-473B-A836-8B5B2514C4E6}" dt="2026-05-13T20:54:12.222" v="1935" actId="1035"/>
          <ac:spMkLst>
            <pc:docMk/>
            <pc:sldMk cId="946306297" sldId="2147374812"/>
            <ac:spMk id="36" creationId="{8D004475-D98E-41AE-20E5-47A31F04AF7C}"/>
          </ac:spMkLst>
        </pc:spChg>
        <pc:spChg chg="mod">
          <ac:chgData name="Junior Alexis Julon Ventura" userId="bc0bd127-ac50-4ffc-b335-3e3d7d880d73" providerId="ADAL" clId="{63CD30A9-9518-473B-A836-8B5B2514C4E6}" dt="2026-05-13T20:54:15.423" v="1951" actId="1035"/>
          <ac:spMkLst>
            <pc:docMk/>
            <pc:sldMk cId="946306297" sldId="2147374812"/>
            <ac:spMk id="37" creationId="{BDEC55B8-C211-6DA9-EECB-FE235B6B3752}"/>
          </ac:spMkLst>
        </pc:spChg>
        <pc:spChg chg="mod">
          <ac:chgData name="Junior Alexis Julon Ventura" userId="bc0bd127-ac50-4ffc-b335-3e3d7d880d73" providerId="ADAL" clId="{63CD30A9-9518-473B-A836-8B5B2514C4E6}" dt="2026-05-13T20:54:30.314" v="1955" actId="14100"/>
          <ac:spMkLst>
            <pc:docMk/>
            <pc:sldMk cId="946306297" sldId="2147374812"/>
            <ac:spMk id="38" creationId="{E84F198F-EC14-E2A4-4D92-E3C16B0A3841}"/>
          </ac:spMkLst>
        </pc:spChg>
        <pc:graphicFrameChg chg="mod modGraphic">
          <ac:chgData name="Junior Alexis Julon Ventura" userId="bc0bd127-ac50-4ffc-b335-3e3d7d880d73" providerId="ADAL" clId="{63CD30A9-9518-473B-A836-8B5B2514C4E6}" dt="2026-05-14T19:14:41.115" v="2765" actId="207"/>
          <ac:graphicFrameMkLst>
            <pc:docMk/>
            <pc:sldMk cId="946306297" sldId="2147374812"/>
            <ac:graphicFrameMk id="22" creationId="{43A9C1D1-46B4-1707-0A5D-F4CA2B4298B2}"/>
          </ac:graphicFrameMkLst>
        </pc:graphicFrameChg>
      </pc:sldChg>
      <pc:sldChg chg="addSp delSp modSp add mod">
        <pc:chgData name="Junior Alexis Julon Ventura" userId="bc0bd127-ac50-4ffc-b335-3e3d7d880d73" providerId="ADAL" clId="{63CD30A9-9518-473B-A836-8B5B2514C4E6}" dt="2026-05-14T19:07:19.799" v="2618" actId="122"/>
        <pc:sldMkLst>
          <pc:docMk/>
          <pc:sldMk cId="2415522002" sldId="2147374814"/>
        </pc:sldMkLst>
        <pc:spChg chg="mod">
          <ac:chgData name="Junior Alexis Julon Ventura" userId="bc0bd127-ac50-4ffc-b335-3e3d7d880d73" providerId="ADAL" clId="{63CD30A9-9518-473B-A836-8B5B2514C4E6}" dt="2026-05-14T16:26:07.945" v="2107" actId="20577"/>
          <ac:spMkLst>
            <pc:docMk/>
            <pc:sldMk cId="2415522002" sldId="2147374814"/>
            <ac:spMk id="2" creationId="{40D6A59A-4E9E-D929-98CF-7BCF8F08C4D7}"/>
          </ac:spMkLst>
        </pc:spChg>
        <pc:spChg chg="mod">
          <ac:chgData name="Junior Alexis Julon Ventura" userId="bc0bd127-ac50-4ffc-b335-3e3d7d880d73" providerId="ADAL" clId="{63CD30A9-9518-473B-A836-8B5B2514C4E6}" dt="2026-05-14T16:23:12.587" v="2031" actId="20577"/>
          <ac:spMkLst>
            <pc:docMk/>
            <pc:sldMk cId="2415522002" sldId="2147374814"/>
            <ac:spMk id="3" creationId="{66A413BC-9C69-1C1B-D629-AF9AC48E9C13}"/>
          </ac:spMkLst>
        </pc:spChg>
        <pc:spChg chg="add mod">
          <ac:chgData name="Junior Alexis Julon Ventura" userId="bc0bd127-ac50-4ffc-b335-3e3d7d880d73" providerId="ADAL" clId="{63CD30A9-9518-473B-A836-8B5B2514C4E6}" dt="2026-05-14T19:00:23.871" v="2456" actId="948"/>
          <ac:spMkLst>
            <pc:docMk/>
            <pc:sldMk cId="2415522002" sldId="2147374814"/>
            <ac:spMk id="4" creationId="{5DEC2EE1-1581-C8E8-2DBF-77B9DBEA0885}"/>
          </ac:spMkLst>
        </pc:spChg>
        <pc:spChg chg="mod">
          <ac:chgData name="Junior Alexis Julon Ventura" userId="bc0bd127-ac50-4ffc-b335-3e3d7d880d73" providerId="ADAL" clId="{63CD30A9-9518-473B-A836-8B5B2514C4E6}" dt="2026-05-14T16:25:45.926" v="2035"/>
          <ac:spMkLst>
            <pc:docMk/>
            <pc:sldMk cId="2415522002" sldId="2147374814"/>
            <ac:spMk id="8" creationId="{254FCC78-9CF8-3A57-F1E6-6210CF8E68E3}"/>
          </ac:spMkLst>
        </pc:spChg>
        <pc:spChg chg="add mod">
          <ac:chgData name="Junior Alexis Julon Ventura" userId="bc0bd127-ac50-4ffc-b335-3e3d7d880d73" providerId="ADAL" clId="{63CD30A9-9518-473B-A836-8B5B2514C4E6}" dt="2026-05-14T19:07:19.799" v="2618" actId="122"/>
          <ac:spMkLst>
            <pc:docMk/>
            <pc:sldMk cId="2415522002" sldId="2147374814"/>
            <ac:spMk id="10" creationId="{80D58467-CE73-388E-306D-077817D527EF}"/>
          </ac:spMkLst>
        </pc:spChg>
        <pc:spChg chg="add mod">
          <ac:chgData name="Junior Alexis Julon Ventura" userId="bc0bd127-ac50-4ffc-b335-3e3d7d880d73" providerId="ADAL" clId="{63CD30A9-9518-473B-A836-8B5B2514C4E6}" dt="2026-05-14T18:52:02.454" v="2397" actId="14100"/>
          <ac:spMkLst>
            <pc:docMk/>
            <pc:sldMk cId="2415522002" sldId="2147374814"/>
            <ac:spMk id="16" creationId="{CFD1C23E-90B5-EAC2-38DC-811DB75BF710}"/>
          </ac:spMkLst>
        </pc:spChg>
        <pc:spChg chg="add mod">
          <ac:chgData name="Junior Alexis Julon Ventura" userId="bc0bd127-ac50-4ffc-b335-3e3d7d880d73" providerId="ADAL" clId="{63CD30A9-9518-473B-A836-8B5B2514C4E6}" dt="2026-05-14T19:07:19.799" v="2618" actId="122"/>
          <ac:spMkLst>
            <pc:docMk/>
            <pc:sldMk cId="2415522002" sldId="2147374814"/>
            <ac:spMk id="17" creationId="{23C8C8F4-25F8-4F59-D02C-E6383F7DADD1}"/>
          </ac:spMkLst>
        </pc:spChg>
        <pc:spChg chg="add mod ord">
          <ac:chgData name="Junior Alexis Julon Ventura" userId="bc0bd127-ac50-4ffc-b335-3e3d7d880d73" providerId="ADAL" clId="{63CD30A9-9518-473B-A836-8B5B2514C4E6}" dt="2026-05-14T16:27:33.105" v="2136" actId="167"/>
          <ac:spMkLst>
            <pc:docMk/>
            <pc:sldMk cId="2415522002" sldId="2147374814"/>
            <ac:spMk id="25" creationId="{0C91ADB9-A96D-F43A-09A8-5A0E494B5A53}"/>
          </ac:spMkLst>
        </pc:spChg>
        <pc:spChg chg="add del mod ord">
          <ac:chgData name="Junior Alexis Julon Ventura" userId="bc0bd127-ac50-4ffc-b335-3e3d7d880d73" providerId="ADAL" clId="{63CD30A9-9518-473B-A836-8B5B2514C4E6}" dt="2026-05-14T18:59:51.978" v="2452" actId="478"/>
          <ac:spMkLst>
            <pc:docMk/>
            <pc:sldMk cId="2415522002" sldId="2147374814"/>
            <ac:spMk id="26" creationId="{2F75CE5A-1B93-7D97-4ED0-B553F5D15231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14T18:55:14.768" v="2419" actId="207"/>
          <ac:graphicFrameMkLst>
            <pc:docMk/>
            <pc:sldMk cId="2415522002" sldId="2147374814"/>
            <ac:graphicFrameMk id="15" creationId="{7FD3F858-9140-1A22-36E1-EB780D7CFC0B}"/>
          </ac:graphicFrameMkLst>
        </pc:graphicFrameChg>
      </pc:sldChg>
      <pc:sldChg chg="addSp delSp modSp add mod modShow">
        <pc:chgData name="Junior Alexis Julon Ventura" userId="bc0bd127-ac50-4ffc-b335-3e3d7d880d73" providerId="ADAL" clId="{63CD30A9-9518-473B-A836-8B5B2514C4E6}" dt="2026-05-20T15:37:12.643" v="4351" actId="14100"/>
        <pc:sldMkLst>
          <pc:docMk/>
          <pc:sldMk cId="1249474848" sldId="2147374816"/>
        </pc:sldMkLst>
        <pc:spChg chg="mod">
          <ac:chgData name="Junior Alexis Julon Ventura" userId="bc0bd127-ac50-4ffc-b335-3e3d7d880d73" providerId="ADAL" clId="{63CD30A9-9518-473B-A836-8B5B2514C4E6}" dt="2026-05-14T18:52:49.893" v="2401"/>
          <ac:spMkLst>
            <pc:docMk/>
            <pc:sldMk cId="1249474848" sldId="2147374816"/>
            <ac:spMk id="2" creationId="{CEAC0FC2-42DE-765D-A583-7E17EC8CE290}"/>
          </ac:spMkLst>
        </pc:spChg>
        <pc:spChg chg="add mod">
          <ac:chgData name="Junior Alexis Julon Ventura" userId="bc0bd127-ac50-4ffc-b335-3e3d7d880d73" providerId="ADAL" clId="{63CD30A9-9518-473B-A836-8B5B2514C4E6}" dt="2026-05-14T19:01:08.520" v="2474" actId="1076"/>
          <ac:spMkLst>
            <pc:docMk/>
            <pc:sldMk cId="1249474848" sldId="2147374816"/>
            <ac:spMk id="4" creationId="{E96546A5-C165-2C8D-630C-4CE70AEFF3E8}"/>
          </ac:spMkLst>
        </pc:spChg>
        <pc:spChg chg="add del mod">
          <ac:chgData name="Junior Alexis Julon Ventura" userId="bc0bd127-ac50-4ffc-b335-3e3d7d880d73" providerId="ADAL" clId="{63CD30A9-9518-473B-A836-8B5B2514C4E6}" dt="2026-05-14T18:59:54.135" v="2453" actId="478"/>
          <ac:spMkLst>
            <pc:docMk/>
            <pc:sldMk cId="1249474848" sldId="2147374816"/>
            <ac:spMk id="10" creationId="{1EBD3076-C4B5-B142-CE65-69026DF067CF}"/>
          </ac:spMkLst>
        </pc:spChg>
        <pc:spChg chg="add mod">
          <ac:chgData name="Junior Alexis Julon Ventura" userId="bc0bd127-ac50-4ffc-b335-3e3d7d880d73" providerId="ADAL" clId="{63CD30A9-9518-473B-A836-8B5B2514C4E6}" dt="2026-05-14T19:01:02.151" v="2472" actId="113"/>
          <ac:spMkLst>
            <pc:docMk/>
            <pc:sldMk cId="1249474848" sldId="2147374816"/>
            <ac:spMk id="17" creationId="{2F6E30F0-8EC0-553E-6CE5-116E657DD239}"/>
          </ac:spMkLst>
        </pc:spChg>
        <pc:spChg chg="add mod">
          <ac:chgData name="Junior Alexis Julon Ventura" userId="bc0bd127-ac50-4ffc-b335-3e3d7d880d73" providerId="ADAL" clId="{63CD30A9-9518-473B-A836-8B5B2514C4E6}" dt="2026-05-14T19:01:17.204" v="2498" actId="20577"/>
          <ac:spMkLst>
            <pc:docMk/>
            <pc:sldMk cId="1249474848" sldId="2147374816"/>
            <ac:spMk id="25" creationId="{59D2B814-AB28-2EA9-EF6A-4F11A54FDDF8}"/>
          </ac:spMkLst>
        </pc:spChg>
        <pc:spChg chg="add mod">
          <ac:chgData name="Junior Alexis Julon Ventura" userId="bc0bd127-ac50-4ffc-b335-3e3d7d880d73" providerId="ADAL" clId="{63CD30A9-9518-473B-A836-8B5B2514C4E6}" dt="2026-05-14T19:01:13.155" v="2488" actId="20577"/>
          <ac:spMkLst>
            <pc:docMk/>
            <pc:sldMk cId="1249474848" sldId="2147374816"/>
            <ac:spMk id="26" creationId="{4B781A3C-8E1B-FD32-C00A-FF453E4D7388}"/>
          </ac:spMkLst>
        </pc:spChg>
        <pc:spChg chg="add mod">
          <ac:chgData name="Junior Alexis Julon Ventura" userId="bc0bd127-ac50-4ffc-b335-3e3d7d880d73" providerId="ADAL" clId="{63CD30A9-9518-473B-A836-8B5B2514C4E6}" dt="2026-05-14T19:00:41.525" v="2460" actId="14100"/>
          <ac:spMkLst>
            <pc:docMk/>
            <pc:sldMk cId="1249474848" sldId="2147374816"/>
            <ac:spMk id="41" creationId="{7CEEA242-D139-431B-3529-CD903B200910}"/>
          </ac:spMkLst>
        </pc:spChg>
        <pc:spChg chg="add mod">
          <ac:chgData name="Junior Alexis Julon Ventura" userId="bc0bd127-ac50-4ffc-b335-3e3d7d880d73" providerId="ADAL" clId="{63CD30A9-9518-473B-A836-8B5B2514C4E6}" dt="2026-05-14T19:00:45.604" v="2462" actId="14100"/>
          <ac:spMkLst>
            <pc:docMk/>
            <pc:sldMk cId="1249474848" sldId="2147374816"/>
            <ac:spMk id="42" creationId="{8B0987C3-365F-ECF8-AF6E-06B6ECA1C59A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20T15:37:12.643" v="4351" actId="14100"/>
          <ac:graphicFrameMkLst>
            <pc:docMk/>
            <pc:sldMk cId="1249474848" sldId="2147374816"/>
            <ac:graphicFrameMk id="40" creationId="{29FCC3D6-B174-2CAB-435F-617D06A36052}"/>
          </ac:graphicFrameMkLst>
        </pc:graphicFrameChg>
      </pc:sldChg>
      <pc:sldChg chg="new add del mod modShow">
        <pc:chgData name="Junior Alexis Julon Ventura" userId="bc0bd127-ac50-4ffc-b335-3e3d7d880d73" providerId="ADAL" clId="{63CD30A9-9518-473B-A836-8B5B2514C4E6}" dt="2026-05-14T19:52:33.604" v="3720" actId="729"/>
        <pc:sldMkLst>
          <pc:docMk/>
          <pc:sldMk cId="1172618925" sldId="2147374822"/>
        </pc:sldMkLst>
      </pc:sldChg>
      <pc:sldChg chg="modSp add mod">
        <pc:chgData name="Junior Alexis Julon Ventura" userId="bc0bd127-ac50-4ffc-b335-3e3d7d880d73" providerId="ADAL" clId="{63CD30A9-9518-473B-A836-8B5B2514C4E6}" dt="2026-05-14T19:29:25.409" v="3192"/>
        <pc:sldMkLst>
          <pc:docMk/>
          <pc:sldMk cId="3824235347" sldId="2147374823"/>
        </pc:sldMkLst>
        <pc:spChg chg="mod">
          <ac:chgData name="Junior Alexis Julon Ventura" userId="bc0bd127-ac50-4ffc-b335-3e3d7d880d73" providerId="ADAL" clId="{63CD30A9-9518-473B-A836-8B5B2514C4E6}" dt="2026-05-14T19:29:25.409" v="3192"/>
          <ac:spMkLst>
            <pc:docMk/>
            <pc:sldMk cId="3824235347" sldId="2147374823"/>
            <ac:spMk id="19" creationId="{35DBD2FB-78EA-F25A-E076-FFEFEF3FF11D}"/>
          </ac:spMkLst>
        </pc:spChg>
        <pc:spChg chg="mod">
          <ac:chgData name="Junior Alexis Julon Ventura" userId="bc0bd127-ac50-4ffc-b335-3e3d7d880d73" providerId="ADAL" clId="{63CD30A9-9518-473B-A836-8B5B2514C4E6}" dt="2026-05-14T19:03:16.813" v="2534" actId="1035"/>
          <ac:spMkLst>
            <pc:docMk/>
            <pc:sldMk cId="3824235347" sldId="2147374823"/>
            <ac:spMk id="27" creationId="{49B3D44C-1678-131E-4789-AA712FA30D2D}"/>
          </ac:spMkLst>
        </pc:spChg>
      </pc:sldChg>
      <pc:sldChg chg="addSp delSp modSp add mod modNotesTx">
        <pc:chgData name="Junior Alexis Julon Ventura" userId="bc0bd127-ac50-4ffc-b335-3e3d7d880d73" providerId="ADAL" clId="{63CD30A9-9518-473B-A836-8B5B2514C4E6}" dt="2026-05-20T15:46:29.021" v="4394" actId="20577"/>
        <pc:sldMkLst>
          <pc:docMk/>
          <pc:sldMk cId="1049709382" sldId="2147374824"/>
        </pc:sldMkLst>
        <pc:spChg chg="mod">
          <ac:chgData name="Junior Alexis Julon Ventura" userId="bc0bd127-ac50-4ffc-b335-3e3d7d880d73" providerId="ADAL" clId="{63CD30A9-9518-473B-A836-8B5B2514C4E6}" dt="2026-05-14T21:00:16.358" v="3731"/>
          <ac:spMkLst>
            <pc:docMk/>
            <pc:sldMk cId="1049709382" sldId="2147374824"/>
            <ac:spMk id="2" creationId="{A450BC6F-7EC1-F8C6-DC2A-152845A2DEAD}"/>
          </ac:spMkLst>
        </pc:spChg>
        <pc:spChg chg="mod">
          <ac:chgData name="Junior Alexis Julon Ventura" userId="bc0bd127-ac50-4ffc-b335-3e3d7d880d73" providerId="ADAL" clId="{63CD30A9-9518-473B-A836-8B5B2514C4E6}" dt="2026-05-14T19:04:43.913" v="2539"/>
          <ac:spMkLst>
            <pc:docMk/>
            <pc:sldMk cId="1049709382" sldId="2147374824"/>
            <ac:spMk id="3" creationId="{C11CF413-AE41-264E-2817-68CD49A1F4E2}"/>
          </ac:spMkLst>
        </pc:spChg>
        <pc:spChg chg="mod">
          <ac:chgData name="Junior Alexis Julon Ventura" userId="bc0bd127-ac50-4ffc-b335-3e3d7d880d73" providerId="ADAL" clId="{63CD30A9-9518-473B-A836-8B5B2514C4E6}" dt="2026-05-14T19:04:39.183" v="2538"/>
          <ac:spMkLst>
            <pc:docMk/>
            <pc:sldMk cId="1049709382" sldId="2147374824"/>
            <ac:spMk id="8" creationId="{64C4D2C8-D3B6-1BB4-F82C-C3A2EE73DC68}"/>
          </ac:spMkLst>
        </pc:spChg>
        <pc:spChg chg="add mod">
          <ac:chgData name="Junior Alexis Julon Ventura" userId="bc0bd127-ac50-4ffc-b335-3e3d7d880d73" providerId="ADAL" clId="{63CD30A9-9518-473B-A836-8B5B2514C4E6}" dt="2026-05-14T19:08:16.768" v="2633"/>
          <ac:spMkLst>
            <pc:docMk/>
            <pc:sldMk cId="1049709382" sldId="2147374824"/>
            <ac:spMk id="43" creationId="{7924489F-426F-00F5-113E-AD48B918D101}"/>
          </ac:spMkLst>
        </pc:spChg>
        <pc:spChg chg="add mod">
          <ac:chgData name="Junior Alexis Julon Ventura" userId="bc0bd127-ac50-4ffc-b335-3e3d7d880d73" providerId="ADAL" clId="{63CD30A9-9518-473B-A836-8B5B2514C4E6}" dt="2026-05-14T19:07:37.622" v="2622" actId="255"/>
          <ac:spMkLst>
            <pc:docMk/>
            <pc:sldMk cId="1049709382" sldId="2147374824"/>
            <ac:spMk id="44" creationId="{720095AA-6F8A-84F7-84C4-D8099F149893}"/>
          </ac:spMkLst>
        </pc:spChg>
        <pc:spChg chg="add mod">
          <ac:chgData name="Junior Alexis Julon Ventura" userId="bc0bd127-ac50-4ffc-b335-3e3d7d880d73" providerId="ADAL" clId="{63CD30A9-9518-473B-A836-8B5B2514C4E6}" dt="2026-05-14T19:07:37.622" v="2622" actId="255"/>
          <ac:spMkLst>
            <pc:docMk/>
            <pc:sldMk cId="1049709382" sldId="2147374824"/>
            <ac:spMk id="45" creationId="{D6FD1FF2-2874-B54F-EC81-F59A3BBC326F}"/>
          </ac:spMkLst>
        </pc:spChg>
        <pc:spChg chg="add mod">
          <ac:chgData name="Junior Alexis Julon Ventura" userId="bc0bd127-ac50-4ffc-b335-3e3d7d880d73" providerId="ADAL" clId="{63CD30A9-9518-473B-A836-8B5B2514C4E6}" dt="2026-05-14T19:08:56.633" v="2670" actId="108"/>
          <ac:spMkLst>
            <pc:docMk/>
            <pc:sldMk cId="1049709382" sldId="2147374824"/>
            <ac:spMk id="46" creationId="{CEBD6758-3263-A0AD-CD69-C9647083EE04}"/>
          </ac:spMkLst>
        </pc:spChg>
        <pc:spChg chg="add mod">
          <ac:chgData name="Junior Alexis Julon Ventura" userId="bc0bd127-ac50-4ffc-b335-3e3d7d880d73" providerId="ADAL" clId="{63CD30A9-9518-473B-A836-8B5B2514C4E6}" dt="2026-05-14T19:08:30.679" v="2652" actId="108"/>
          <ac:spMkLst>
            <pc:docMk/>
            <pc:sldMk cId="1049709382" sldId="2147374824"/>
            <ac:spMk id="48" creationId="{C8D97778-0732-8D50-2899-7B527D0EAAEE}"/>
          </ac:spMkLst>
        </pc:spChg>
        <pc:spChg chg="add mod">
          <ac:chgData name="Junior Alexis Julon Ventura" userId="bc0bd127-ac50-4ffc-b335-3e3d7d880d73" providerId="ADAL" clId="{63CD30A9-9518-473B-A836-8B5B2514C4E6}" dt="2026-05-20T15:46:29.021" v="4394" actId="20577"/>
          <ac:spMkLst>
            <pc:docMk/>
            <pc:sldMk cId="1049709382" sldId="2147374824"/>
            <ac:spMk id="49" creationId="{99928E9E-2F26-3F29-B308-3EC74203663C}"/>
          </ac:spMkLst>
        </pc:spChg>
        <pc:spChg chg="add mod">
          <ac:chgData name="Junior Alexis Julon Ventura" userId="bc0bd127-ac50-4ffc-b335-3e3d7d880d73" providerId="ADAL" clId="{63CD30A9-9518-473B-A836-8B5B2514C4E6}" dt="2026-05-14T19:07:37.622" v="2622" actId="255"/>
          <ac:spMkLst>
            <pc:docMk/>
            <pc:sldMk cId="1049709382" sldId="2147374824"/>
            <ac:spMk id="50" creationId="{C763A0C8-6566-1DA9-58FD-88F2C7D66993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20T15:44:27.001" v="4382"/>
          <ac:graphicFrameMkLst>
            <pc:docMk/>
            <pc:sldMk cId="1049709382" sldId="2147374824"/>
            <ac:graphicFrameMk id="47" creationId="{8A6D19B2-37D3-CC62-1ACA-6C3E03ACDCC0}"/>
          </ac:graphicFrameMkLst>
        </pc:graphicFrameChg>
      </pc:sldChg>
      <pc:sldChg chg="modSp add mod">
        <pc:chgData name="Junior Alexis Julon Ventura" userId="bc0bd127-ac50-4ffc-b335-3e3d7d880d73" providerId="ADAL" clId="{63CD30A9-9518-473B-A836-8B5B2514C4E6}" dt="2026-05-14T19:29:22.484" v="3191"/>
        <pc:sldMkLst>
          <pc:docMk/>
          <pc:sldMk cId="1889880097" sldId="2147374825"/>
        </pc:sldMkLst>
        <pc:spChg chg="mod">
          <ac:chgData name="Junior Alexis Julon Ventura" userId="bc0bd127-ac50-4ffc-b335-3e3d7d880d73" providerId="ADAL" clId="{63CD30A9-9518-473B-A836-8B5B2514C4E6}" dt="2026-05-14T19:29:22.484" v="3191"/>
          <ac:spMkLst>
            <pc:docMk/>
            <pc:sldMk cId="1889880097" sldId="2147374825"/>
            <ac:spMk id="19" creationId="{06E9CB1F-851C-A3DB-A99C-A529967F7C10}"/>
          </ac:spMkLst>
        </pc:spChg>
        <pc:spChg chg="mod">
          <ac:chgData name="Junior Alexis Julon Ventura" userId="bc0bd127-ac50-4ffc-b335-3e3d7d880d73" providerId="ADAL" clId="{63CD30A9-9518-473B-A836-8B5B2514C4E6}" dt="2026-05-14T19:11:35.364" v="2692" actId="1035"/>
          <ac:spMkLst>
            <pc:docMk/>
            <pc:sldMk cId="1889880097" sldId="2147374825"/>
            <ac:spMk id="27" creationId="{D21E980E-B42E-0D9F-E72C-598041E0D635}"/>
          </ac:spMkLst>
        </pc:spChg>
      </pc:sldChg>
      <pc:sldChg chg="addSp delSp modSp add mod">
        <pc:chgData name="Junior Alexis Julon Ventura" userId="bc0bd127-ac50-4ffc-b335-3e3d7d880d73" providerId="ADAL" clId="{63CD30A9-9518-473B-A836-8B5B2514C4E6}" dt="2026-05-20T15:46:03.373" v="4384"/>
        <pc:sldMkLst>
          <pc:docMk/>
          <pc:sldMk cId="2417026144" sldId="2147374826"/>
        </pc:sldMkLst>
        <pc:spChg chg="mod">
          <ac:chgData name="Junior Alexis Julon Ventura" userId="bc0bd127-ac50-4ffc-b335-3e3d7d880d73" providerId="ADAL" clId="{63CD30A9-9518-473B-A836-8B5B2514C4E6}" dt="2026-05-14T19:13:00.958" v="2735" actId="20577"/>
          <ac:spMkLst>
            <pc:docMk/>
            <pc:sldMk cId="2417026144" sldId="2147374826"/>
            <ac:spMk id="2" creationId="{F39A0229-75A5-716F-14C1-310E9C4CF503}"/>
          </ac:spMkLst>
        </pc:spChg>
        <pc:spChg chg="mod">
          <ac:chgData name="Junior Alexis Julon Ventura" userId="bc0bd127-ac50-4ffc-b335-3e3d7d880d73" providerId="ADAL" clId="{63CD30A9-9518-473B-A836-8B5B2514C4E6}" dt="2026-05-14T19:12:26.859" v="2695"/>
          <ac:spMkLst>
            <pc:docMk/>
            <pc:sldMk cId="2417026144" sldId="2147374826"/>
            <ac:spMk id="3" creationId="{3D1D638E-41B4-7858-A48B-F6808E5E88C2}"/>
          </ac:spMkLst>
        </pc:spChg>
        <pc:spChg chg="add mod">
          <ac:chgData name="Junior Alexis Julon Ventura" userId="bc0bd127-ac50-4ffc-b335-3e3d7d880d73" providerId="ADAL" clId="{63CD30A9-9518-473B-A836-8B5B2514C4E6}" dt="2026-05-14T19:16:50.236" v="2880" actId="1036"/>
          <ac:spMkLst>
            <pc:docMk/>
            <pc:sldMk cId="2417026144" sldId="2147374826"/>
            <ac:spMk id="4" creationId="{DD424753-19E1-5F96-9F29-F7FB9D4BFBC2}"/>
          </ac:spMkLst>
        </pc:spChg>
        <pc:spChg chg="mod">
          <ac:chgData name="Junior Alexis Julon Ventura" userId="bc0bd127-ac50-4ffc-b335-3e3d7d880d73" providerId="ADAL" clId="{63CD30A9-9518-473B-A836-8B5B2514C4E6}" dt="2026-05-14T19:12:37.786" v="2697"/>
          <ac:spMkLst>
            <pc:docMk/>
            <pc:sldMk cId="2417026144" sldId="2147374826"/>
            <ac:spMk id="8" creationId="{10099C94-9560-4880-50E9-4AC2C8FD6C7C}"/>
          </ac:spMkLst>
        </pc:spChg>
        <pc:spChg chg="add mod">
          <ac:chgData name="Junior Alexis Julon Ventura" userId="bc0bd127-ac50-4ffc-b335-3e3d7d880d73" providerId="ADAL" clId="{63CD30A9-9518-473B-A836-8B5B2514C4E6}" dt="2026-05-14T19:16:50.236" v="2880" actId="1036"/>
          <ac:spMkLst>
            <pc:docMk/>
            <pc:sldMk cId="2417026144" sldId="2147374826"/>
            <ac:spMk id="9" creationId="{A240E7D8-E220-42FD-BED8-EC407F97807E}"/>
          </ac:spMkLst>
        </pc:spChg>
        <pc:spChg chg="add mod">
          <ac:chgData name="Junior Alexis Julon Ventura" userId="bc0bd127-ac50-4ffc-b335-3e3d7d880d73" providerId="ADAL" clId="{63CD30A9-9518-473B-A836-8B5B2514C4E6}" dt="2026-05-14T19:16:50.236" v="2880" actId="1036"/>
          <ac:spMkLst>
            <pc:docMk/>
            <pc:sldMk cId="2417026144" sldId="2147374826"/>
            <ac:spMk id="10" creationId="{F7AF20F5-0271-DAFF-24AD-7BDDEDD5316B}"/>
          </ac:spMkLst>
        </pc:spChg>
        <pc:spChg chg="add mod">
          <ac:chgData name="Junior Alexis Julon Ventura" userId="bc0bd127-ac50-4ffc-b335-3e3d7d880d73" providerId="ADAL" clId="{63CD30A9-9518-473B-A836-8B5B2514C4E6}" dt="2026-05-14T19:16:50.236" v="2880" actId="1036"/>
          <ac:spMkLst>
            <pc:docMk/>
            <pc:sldMk cId="2417026144" sldId="2147374826"/>
            <ac:spMk id="12" creationId="{04BF9917-8340-B231-ED8A-C15EFF600D2F}"/>
          </ac:spMkLst>
        </pc:spChg>
        <pc:spChg chg="add mod">
          <ac:chgData name="Junior Alexis Julon Ventura" userId="bc0bd127-ac50-4ffc-b335-3e3d7d880d73" providerId="ADAL" clId="{63CD30A9-9518-473B-A836-8B5B2514C4E6}" dt="2026-05-14T19:16:55.842" v="2884" actId="14100"/>
          <ac:spMkLst>
            <pc:docMk/>
            <pc:sldMk cId="2417026144" sldId="2147374826"/>
            <ac:spMk id="13" creationId="{4C39AD35-A7D8-5CA3-8255-975638B2BCA5}"/>
          </ac:spMkLst>
        </pc:spChg>
        <pc:spChg chg="add mod">
          <ac:chgData name="Junior Alexis Julon Ventura" userId="bc0bd127-ac50-4ffc-b335-3e3d7d880d73" providerId="ADAL" clId="{63CD30A9-9518-473B-A836-8B5B2514C4E6}" dt="2026-05-14T19:17:01.459" v="2890" actId="1035"/>
          <ac:spMkLst>
            <pc:docMk/>
            <pc:sldMk cId="2417026144" sldId="2147374826"/>
            <ac:spMk id="14" creationId="{56F60FB4-C194-70B9-CDC5-62EF19B81788}"/>
          </ac:spMkLst>
        </pc:spChg>
        <pc:spChg chg="add mod">
          <ac:chgData name="Junior Alexis Julon Ventura" userId="bc0bd127-ac50-4ffc-b335-3e3d7d880d73" providerId="ADAL" clId="{63CD30A9-9518-473B-A836-8B5B2514C4E6}" dt="2026-05-14T19:17:03.012" v="2892" actId="1036"/>
          <ac:spMkLst>
            <pc:docMk/>
            <pc:sldMk cId="2417026144" sldId="2147374826"/>
            <ac:spMk id="15" creationId="{874F3BDE-FBC5-A1EE-EDAD-A5AD4A6FEAE8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14T19:16:50.236" v="2880" actId="1036"/>
          <ac:graphicFrameMkLst>
            <pc:docMk/>
            <pc:sldMk cId="2417026144" sldId="2147374826"/>
            <ac:graphicFrameMk id="5" creationId="{9FACEC58-6B50-6E86-C152-D2664D1E995A}"/>
          </ac:graphicFrameMkLst>
        </pc:graphicFrameChg>
        <pc:graphicFrameChg chg="add mod modGraphic">
          <ac:chgData name="Junior Alexis Julon Ventura" userId="bc0bd127-ac50-4ffc-b335-3e3d7d880d73" providerId="ADAL" clId="{63CD30A9-9518-473B-A836-8B5B2514C4E6}" dt="2026-05-20T15:46:03.373" v="4384"/>
          <ac:graphicFrameMkLst>
            <pc:docMk/>
            <pc:sldMk cId="2417026144" sldId="2147374826"/>
            <ac:graphicFrameMk id="11" creationId="{F95E5210-F499-92B3-3A1F-91E47EA6CC57}"/>
          </ac:graphicFrameMkLst>
        </pc:graphicFrameChg>
      </pc:sldChg>
      <pc:sldChg chg="addSp delSp modSp add mod">
        <pc:chgData name="Junior Alexis Julon Ventura" userId="bc0bd127-ac50-4ffc-b335-3e3d7d880d73" providerId="ADAL" clId="{63CD30A9-9518-473B-A836-8B5B2514C4E6}" dt="2026-05-14T19:23:18.941" v="3080" actId="20577"/>
        <pc:sldMkLst>
          <pc:docMk/>
          <pc:sldMk cId="1529519728" sldId="2147374829"/>
        </pc:sldMkLst>
        <pc:spChg chg="mod">
          <ac:chgData name="Junior Alexis Julon Ventura" userId="bc0bd127-ac50-4ffc-b335-3e3d7d880d73" providerId="ADAL" clId="{63CD30A9-9518-473B-A836-8B5B2514C4E6}" dt="2026-05-14T19:17:53.852" v="2920" actId="20577"/>
          <ac:spMkLst>
            <pc:docMk/>
            <pc:sldMk cId="1529519728" sldId="2147374829"/>
            <ac:spMk id="2" creationId="{3A2A8686-CF3A-67E6-53B4-CD2CEE6981CF}"/>
          </ac:spMkLst>
        </pc:spChg>
        <pc:spChg chg="mod">
          <ac:chgData name="Junior Alexis Julon Ventura" userId="bc0bd127-ac50-4ffc-b335-3e3d7d880d73" providerId="ADAL" clId="{63CD30A9-9518-473B-A836-8B5B2514C4E6}" dt="2026-05-14T19:18:45.859" v="2969" actId="20577"/>
          <ac:spMkLst>
            <pc:docMk/>
            <pc:sldMk cId="1529519728" sldId="2147374829"/>
            <ac:spMk id="4" creationId="{0F7CE4C2-D6E9-4BC2-4509-AE7021F5E312}"/>
          </ac:spMkLst>
        </pc:spChg>
        <pc:spChg chg="mod">
          <ac:chgData name="Junior Alexis Julon Ventura" userId="bc0bd127-ac50-4ffc-b335-3e3d7d880d73" providerId="ADAL" clId="{63CD30A9-9518-473B-A836-8B5B2514C4E6}" dt="2026-05-14T19:18:00.082" v="2921"/>
          <ac:spMkLst>
            <pc:docMk/>
            <pc:sldMk cId="1529519728" sldId="2147374829"/>
            <ac:spMk id="8" creationId="{D21101D7-2246-9203-6D6C-43F05C790EBA}"/>
          </ac:spMkLst>
        </pc:spChg>
        <pc:spChg chg="mod">
          <ac:chgData name="Junior Alexis Julon Ventura" userId="bc0bd127-ac50-4ffc-b335-3e3d7d880d73" providerId="ADAL" clId="{63CD30A9-9518-473B-A836-8B5B2514C4E6}" dt="2026-05-14T19:18:35.613" v="2944" actId="20577"/>
          <ac:spMkLst>
            <pc:docMk/>
            <pc:sldMk cId="1529519728" sldId="2147374829"/>
            <ac:spMk id="10" creationId="{673847FB-AE2A-78C5-A774-F1BB78A669C4}"/>
          </ac:spMkLst>
        </pc:spChg>
        <pc:spChg chg="mod">
          <ac:chgData name="Junior Alexis Julon Ventura" userId="bc0bd127-ac50-4ffc-b335-3e3d7d880d73" providerId="ADAL" clId="{63CD30A9-9518-473B-A836-8B5B2514C4E6}" dt="2026-05-14T19:19:52.213" v="3023" actId="1035"/>
          <ac:spMkLst>
            <pc:docMk/>
            <pc:sldMk cId="1529519728" sldId="2147374829"/>
            <ac:spMk id="13" creationId="{2C56DC3E-A4C4-3F9C-1C79-A172F65D9A3D}"/>
          </ac:spMkLst>
        </pc:spChg>
        <pc:spChg chg="mod">
          <ac:chgData name="Junior Alexis Julon Ventura" userId="bc0bd127-ac50-4ffc-b335-3e3d7d880d73" providerId="ADAL" clId="{63CD30A9-9518-473B-A836-8B5B2514C4E6}" dt="2026-05-14T19:19:54.278" v="3025" actId="1035"/>
          <ac:spMkLst>
            <pc:docMk/>
            <pc:sldMk cId="1529519728" sldId="2147374829"/>
            <ac:spMk id="14" creationId="{37854024-81DE-8445-A7FB-FCE3112AE275}"/>
          </ac:spMkLst>
        </pc:spChg>
        <pc:spChg chg="add mod">
          <ac:chgData name="Junior Alexis Julon Ventura" userId="bc0bd127-ac50-4ffc-b335-3e3d7d880d73" providerId="ADAL" clId="{63CD30A9-9518-473B-A836-8B5B2514C4E6}" dt="2026-05-14T19:23:18.941" v="3080" actId="20577"/>
          <ac:spMkLst>
            <pc:docMk/>
            <pc:sldMk cId="1529519728" sldId="2147374829"/>
            <ac:spMk id="20" creationId="{2CF61725-9701-384C-DB3E-17B7D68385F3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14T19:19:11.541" v="2978" actId="1035"/>
          <ac:graphicFrameMkLst>
            <pc:docMk/>
            <pc:sldMk cId="1529519728" sldId="2147374829"/>
            <ac:graphicFrameMk id="16" creationId="{F4FFF920-7612-907E-838F-A8266B7B17AE}"/>
          </ac:graphicFrameMkLst>
        </pc:graphicFrameChg>
        <pc:graphicFrameChg chg="add mod modGraphic">
          <ac:chgData name="Junior Alexis Julon Ventura" userId="bc0bd127-ac50-4ffc-b335-3e3d7d880d73" providerId="ADAL" clId="{63CD30A9-9518-473B-A836-8B5B2514C4E6}" dt="2026-05-14T19:19:11.541" v="2978" actId="1035"/>
          <ac:graphicFrameMkLst>
            <pc:docMk/>
            <pc:sldMk cId="1529519728" sldId="2147374829"/>
            <ac:graphicFrameMk id="17" creationId="{7CF0D8B7-543C-9C61-634E-CF01318F8895}"/>
          </ac:graphicFrameMkLst>
        </pc:graphicFrameChg>
      </pc:sldChg>
      <pc:sldChg chg="modSp add mod">
        <pc:chgData name="Junior Alexis Julon Ventura" userId="bc0bd127-ac50-4ffc-b335-3e3d7d880d73" providerId="ADAL" clId="{63CD30A9-9518-473B-A836-8B5B2514C4E6}" dt="2026-05-14T19:29:19.802" v="3190"/>
        <pc:sldMkLst>
          <pc:docMk/>
          <pc:sldMk cId="1314081143" sldId="2147374830"/>
        </pc:sldMkLst>
        <pc:spChg chg="mod">
          <ac:chgData name="Junior Alexis Julon Ventura" userId="bc0bd127-ac50-4ffc-b335-3e3d7d880d73" providerId="ADAL" clId="{63CD30A9-9518-473B-A836-8B5B2514C4E6}" dt="2026-05-14T19:29:19.802" v="3190"/>
          <ac:spMkLst>
            <pc:docMk/>
            <pc:sldMk cId="1314081143" sldId="2147374830"/>
            <ac:spMk id="19" creationId="{877626D4-2D4C-DBE8-A610-0C982AB5ECE7}"/>
          </ac:spMkLst>
        </pc:spChg>
        <pc:spChg chg="mod">
          <ac:chgData name="Junior Alexis Julon Ventura" userId="bc0bd127-ac50-4ffc-b335-3e3d7d880d73" providerId="ADAL" clId="{63CD30A9-9518-473B-A836-8B5B2514C4E6}" dt="2026-05-14T19:24:09.982" v="3092" actId="1036"/>
          <ac:spMkLst>
            <pc:docMk/>
            <pc:sldMk cId="1314081143" sldId="2147374830"/>
            <ac:spMk id="27" creationId="{1C53F776-610D-F21C-8E16-E3513341AD53}"/>
          </ac:spMkLst>
        </pc:spChg>
      </pc:sldChg>
      <pc:sldChg chg="addSp delSp modSp add mod">
        <pc:chgData name="Junior Alexis Julon Ventura" userId="bc0bd127-ac50-4ffc-b335-3e3d7d880d73" providerId="ADAL" clId="{63CD30A9-9518-473B-A836-8B5B2514C4E6}" dt="2026-05-14T20:59:39.509" v="3729"/>
        <pc:sldMkLst>
          <pc:docMk/>
          <pc:sldMk cId="830125582" sldId="2147374831"/>
        </pc:sldMkLst>
        <pc:spChg chg="mod">
          <ac:chgData name="Junior Alexis Julon Ventura" userId="bc0bd127-ac50-4ffc-b335-3e3d7d880d73" providerId="ADAL" clId="{63CD30A9-9518-473B-A836-8B5B2514C4E6}" dt="2026-05-14T20:59:39.509" v="3729"/>
          <ac:spMkLst>
            <pc:docMk/>
            <pc:sldMk cId="830125582" sldId="2147374831"/>
            <ac:spMk id="2" creationId="{048E6F36-59DE-BA0D-9E28-64D75C0006D9}"/>
          </ac:spMkLst>
        </pc:spChg>
        <pc:spChg chg="mod">
          <ac:chgData name="Junior Alexis Julon Ventura" userId="bc0bd127-ac50-4ffc-b335-3e3d7d880d73" providerId="ADAL" clId="{63CD30A9-9518-473B-A836-8B5B2514C4E6}" dt="2026-05-14T19:24:19.297" v="3094"/>
          <ac:spMkLst>
            <pc:docMk/>
            <pc:sldMk cId="830125582" sldId="2147374831"/>
            <ac:spMk id="3" creationId="{C13D1D38-E6A7-CB96-EE43-FFDA7A949D27}"/>
          </ac:spMkLst>
        </pc:spChg>
        <pc:spChg chg="mod">
          <ac:chgData name="Junior Alexis Julon Ventura" userId="bc0bd127-ac50-4ffc-b335-3e3d7d880d73" providerId="ADAL" clId="{63CD30A9-9518-473B-A836-8B5B2514C4E6}" dt="2026-05-14T19:25:25.182" v="3119"/>
          <ac:spMkLst>
            <pc:docMk/>
            <pc:sldMk cId="830125582" sldId="2147374831"/>
            <ac:spMk id="8" creationId="{843C87B0-D7DA-CCA4-2E27-EF7E169B7222}"/>
          </ac:spMkLst>
        </pc:spChg>
        <pc:spChg chg="add mod">
          <ac:chgData name="Junior Alexis Julon Ventura" userId="bc0bd127-ac50-4ffc-b335-3e3d7d880d73" providerId="ADAL" clId="{63CD30A9-9518-473B-A836-8B5B2514C4E6}" dt="2026-05-14T19:26:33.981" v="3157" actId="1036"/>
          <ac:spMkLst>
            <pc:docMk/>
            <pc:sldMk cId="830125582" sldId="2147374831"/>
            <ac:spMk id="11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26:57.970" v="3162" actId="14100"/>
          <ac:spMkLst>
            <pc:docMk/>
            <pc:sldMk cId="830125582" sldId="2147374831"/>
            <ac:spMk id="12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26:33.981" v="3157" actId="1036"/>
          <ac:spMkLst>
            <pc:docMk/>
            <pc:sldMk cId="830125582" sldId="2147374831"/>
            <ac:spMk id="15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27:09.249" v="3164" actId="14100"/>
          <ac:spMkLst>
            <pc:docMk/>
            <pc:sldMk cId="830125582" sldId="2147374831"/>
            <ac:spMk id="19" creationId="{00000000-0000-0000-0000-000000000000}"/>
          </ac:spMkLst>
        </pc:spChg>
        <pc:spChg chg="add del mod">
          <ac:chgData name="Junior Alexis Julon Ventura" userId="bc0bd127-ac50-4ffc-b335-3e3d7d880d73" providerId="ADAL" clId="{63CD30A9-9518-473B-A836-8B5B2514C4E6}" dt="2026-05-14T19:31:20.535" v="3244" actId="478"/>
          <ac:spMkLst>
            <pc:docMk/>
            <pc:sldMk cId="830125582" sldId="2147374831"/>
            <ac:spMk id="21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31:07.957" v="3240" actId="1076"/>
          <ac:spMkLst>
            <pc:docMk/>
            <pc:sldMk cId="830125582" sldId="2147374831"/>
            <ac:spMk id="22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31:07.957" v="3240" actId="1076"/>
          <ac:spMkLst>
            <pc:docMk/>
            <pc:sldMk cId="830125582" sldId="2147374831"/>
            <ac:spMk id="23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30:43.785" v="3232" actId="1076"/>
          <ac:spMkLst>
            <pc:docMk/>
            <pc:sldMk cId="830125582" sldId="2147374831"/>
            <ac:spMk id="25" creationId="{00000000-0000-0000-0000-000000000000}"/>
          </ac:spMkLst>
        </pc:spChg>
        <pc:spChg chg="add mod">
          <ac:chgData name="Junior Alexis Julon Ventura" userId="bc0bd127-ac50-4ffc-b335-3e3d7d880d73" providerId="ADAL" clId="{63CD30A9-9518-473B-A836-8B5B2514C4E6}" dt="2026-05-14T19:30:47.626" v="3233" actId="14100"/>
          <ac:spMkLst>
            <pc:docMk/>
            <pc:sldMk cId="830125582" sldId="2147374831"/>
            <ac:spMk id="26" creationId="{00000000-0000-0000-0000-000000000000}"/>
          </ac:spMkLst>
        </pc:spChg>
        <pc:spChg chg="add del mod">
          <ac:chgData name="Junior Alexis Julon Ventura" userId="bc0bd127-ac50-4ffc-b335-3e3d7d880d73" providerId="ADAL" clId="{63CD30A9-9518-473B-A836-8B5B2514C4E6}" dt="2026-05-14T19:31:20.239" v="3243" actId="478"/>
          <ac:spMkLst>
            <pc:docMk/>
            <pc:sldMk cId="830125582" sldId="2147374831"/>
            <ac:spMk id="27" creationId="{278C0A78-439E-9EBA-6DB0-4BF72D84F795}"/>
          </ac:spMkLst>
        </pc:spChg>
        <pc:spChg chg="add mod ord">
          <ac:chgData name="Junior Alexis Julon Ventura" userId="bc0bd127-ac50-4ffc-b335-3e3d7d880d73" providerId="ADAL" clId="{63CD30A9-9518-473B-A836-8B5B2514C4E6}" dt="2026-05-14T19:31:02.063" v="3238" actId="1076"/>
          <ac:spMkLst>
            <pc:docMk/>
            <pc:sldMk cId="830125582" sldId="2147374831"/>
            <ac:spMk id="28" creationId="{F319E335-48DE-149C-3790-96ACA417AF1D}"/>
          </ac:spMkLst>
        </pc:spChg>
        <pc:spChg chg="add mod ord">
          <ac:chgData name="Junior Alexis Julon Ventura" userId="bc0bd127-ac50-4ffc-b335-3e3d7d880d73" providerId="ADAL" clId="{63CD30A9-9518-473B-A836-8B5B2514C4E6}" dt="2026-05-14T19:30:36.402" v="3224" actId="167"/>
          <ac:spMkLst>
            <pc:docMk/>
            <pc:sldMk cId="830125582" sldId="2147374831"/>
            <ac:spMk id="29" creationId="{33DA9478-4275-ACF0-8611-182AD9F67702}"/>
          </ac:spMkLst>
        </pc:spChg>
        <pc:graphicFrameChg chg="mod modGraphic">
          <ac:chgData name="Junior Alexis Julon Ventura" userId="bc0bd127-ac50-4ffc-b335-3e3d7d880d73" providerId="ADAL" clId="{63CD30A9-9518-473B-A836-8B5B2514C4E6}" dt="2026-05-14T19:28:31.598" v="3184" actId="207"/>
          <ac:graphicFrameMkLst>
            <pc:docMk/>
            <pc:sldMk cId="830125582" sldId="2147374831"/>
            <ac:graphicFrameMk id="18" creationId="{00000000-0000-0000-0000-000000000000}"/>
          </ac:graphicFrameMkLst>
        </pc:graphicFrameChg>
      </pc:sldChg>
      <pc:sldChg chg="modSp add mod">
        <pc:chgData name="Junior Alexis Julon Ventura" userId="bc0bd127-ac50-4ffc-b335-3e3d7d880d73" providerId="ADAL" clId="{63CD30A9-9518-473B-A836-8B5B2514C4E6}" dt="2026-05-14T19:29:37.644" v="3205" actId="1035"/>
        <pc:sldMkLst>
          <pc:docMk/>
          <pc:sldMk cId="2208247480" sldId="2147374832"/>
        </pc:sldMkLst>
        <pc:spChg chg="mod">
          <ac:chgData name="Junior Alexis Julon Ventura" userId="bc0bd127-ac50-4ffc-b335-3e3d7d880d73" providerId="ADAL" clId="{63CD30A9-9518-473B-A836-8B5B2514C4E6}" dt="2026-05-14T19:29:16.246" v="3189"/>
          <ac:spMkLst>
            <pc:docMk/>
            <pc:sldMk cId="2208247480" sldId="2147374832"/>
            <ac:spMk id="19" creationId="{2F9F1221-1990-0D48-0A2D-ECD1F97F3441}"/>
          </ac:spMkLst>
        </pc:spChg>
        <pc:spChg chg="mod">
          <ac:chgData name="Junior Alexis Julon Ventura" userId="bc0bd127-ac50-4ffc-b335-3e3d7d880d73" providerId="ADAL" clId="{63CD30A9-9518-473B-A836-8B5B2514C4E6}" dt="2026-05-14T19:29:37.644" v="3205" actId="1035"/>
          <ac:spMkLst>
            <pc:docMk/>
            <pc:sldMk cId="2208247480" sldId="2147374832"/>
            <ac:spMk id="27" creationId="{FEB62C24-CD6A-00EF-60A4-4B6AA7605B94}"/>
          </ac:spMkLst>
        </pc:spChg>
      </pc:sldChg>
      <pc:sldChg chg="addSp delSp modSp add mod">
        <pc:chgData name="Junior Alexis Julon Ventura" userId="bc0bd127-ac50-4ffc-b335-3e3d7d880d73" providerId="ADAL" clId="{63CD30A9-9518-473B-A836-8B5B2514C4E6}" dt="2026-05-20T15:38:08.874" v="4359" actId="20577"/>
        <pc:sldMkLst>
          <pc:docMk/>
          <pc:sldMk cId="149164172" sldId="2147374833"/>
        </pc:sldMkLst>
        <pc:spChg chg="mod">
          <ac:chgData name="Junior Alexis Julon Ventura" userId="bc0bd127-ac50-4ffc-b335-3e3d7d880d73" providerId="ADAL" clId="{63CD30A9-9518-473B-A836-8B5B2514C4E6}" dt="2026-05-14T19:44:10.782" v="3443"/>
          <ac:spMkLst>
            <pc:docMk/>
            <pc:sldMk cId="149164172" sldId="2147374833"/>
            <ac:spMk id="2" creationId="{4D66E4F4-3CB8-12E0-C9E1-21CE17C8E47F}"/>
          </ac:spMkLst>
        </pc:spChg>
        <pc:spChg chg="add mod">
          <ac:chgData name="Junior Alexis Julon Ventura" userId="bc0bd127-ac50-4ffc-b335-3e3d7d880d73" providerId="ADAL" clId="{63CD30A9-9518-473B-A836-8B5B2514C4E6}" dt="2026-05-14T19:40:07.880" v="3410" actId="108"/>
          <ac:spMkLst>
            <pc:docMk/>
            <pc:sldMk cId="149164172" sldId="2147374833"/>
            <ac:spMk id="4" creationId="{99CAC3B1-5E57-3825-8928-8350A7C03FFE}"/>
          </ac:spMkLst>
        </pc:spChg>
        <pc:spChg chg="mod">
          <ac:chgData name="Junior Alexis Julon Ventura" userId="bc0bd127-ac50-4ffc-b335-3e3d7d880d73" providerId="ADAL" clId="{63CD30A9-9518-473B-A836-8B5B2514C4E6}" dt="2026-05-14T19:44:27.606" v="3445"/>
          <ac:spMkLst>
            <pc:docMk/>
            <pc:sldMk cId="149164172" sldId="2147374833"/>
            <ac:spMk id="8" creationId="{6FF731BF-8465-83B8-FECF-91501FE946C7}"/>
          </ac:spMkLst>
        </pc:spChg>
        <pc:spChg chg="add mod">
          <ac:chgData name="Junior Alexis Julon Ventura" userId="bc0bd127-ac50-4ffc-b335-3e3d7d880d73" providerId="ADAL" clId="{63CD30A9-9518-473B-A836-8B5B2514C4E6}" dt="2026-05-14T19:40:40.820" v="3418" actId="14100"/>
          <ac:spMkLst>
            <pc:docMk/>
            <pc:sldMk cId="149164172" sldId="2147374833"/>
            <ac:spMk id="10" creationId="{E552BD3F-8A9E-3CBF-A3C0-099C14E7F837}"/>
          </ac:spMkLst>
        </pc:spChg>
        <pc:spChg chg="add mod">
          <ac:chgData name="Junior Alexis Julon Ventura" userId="bc0bd127-ac50-4ffc-b335-3e3d7d880d73" providerId="ADAL" clId="{63CD30A9-9518-473B-A836-8B5B2514C4E6}" dt="2026-05-20T15:38:08.874" v="4359" actId="20577"/>
          <ac:spMkLst>
            <pc:docMk/>
            <pc:sldMk cId="149164172" sldId="2147374833"/>
            <ac:spMk id="13" creationId="{2FA0F699-4111-32BC-3886-D34521B459BE}"/>
          </ac:spMkLst>
        </pc:spChg>
        <pc:spChg chg="add mod">
          <ac:chgData name="Junior Alexis Julon Ventura" userId="bc0bd127-ac50-4ffc-b335-3e3d7d880d73" providerId="ADAL" clId="{63CD30A9-9518-473B-A836-8B5B2514C4E6}" dt="2026-05-14T19:36:04.169" v="3297" actId="1036"/>
          <ac:spMkLst>
            <pc:docMk/>
            <pc:sldMk cId="149164172" sldId="2147374833"/>
            <ac:spMk id="14" creationId="{29912834-C2AA-DFC1-F173-AE81619C8E37}"/>
          </ac:spMkLst>
        </pc:spChg>
        <pc:spChg chg="add mod">
          <ac:chgData name="Junior Alexis Julon Ventura" userId="bc0bd127-ac50-4ffc-b335-3e3d7d880d73" providerId="ADAL" clId="{63CD30A9-9518-473B-A836-8B5B2514C4E6}" dt="2026-05-14T19:40:16.460" v="3412" actId="108"/>
          <ac:spMkLst>
            <pc:docMk/>
            <pc:sldMk cId="149164172" sldId="2147374833"/>
            <ac:spMk id="16" creationId="{C09D9246-3553-BE17-37B2-C9E7FCDEBA05}"/>
          </ac:spMkLst>
        </pc:spChg>
        <pc:spChg chg="add mod">
          <ac:chgData name="Junior Alexis Julon Ventura" userId="bc0bd127-ac50-4ffc-b335-3e3d7d880d73" providerId="ADAL" clId="{63CD30A9-9518-473B-A836-8B5B2514C4E6}" dt="2026-05-14T19:40:20.600" v="3413" actId="14100"/>
          <ac:spMkLst>
            <pc:docMk/>
            <pc:sldMk cId="149164172" sldId="2147374833"/>
            <ac:spMk id="17" creationId="{A4C9A984-1469-2317-A7B6-6919C664DF58}"/>
          </ac:spMkLst>
        </pc:spChg>
        <pc:spChg chg="add mod">
          <ac:chgData name="Junior Alexis Julon Ventura" userId="bc0bd127-ac50-4ffc-b335-3e3d7d880d73" providerId="ADAL" clId="{63CD30A9-9518-473B-A836-8B5B2514C4E6}" dt="2026-05-14T19:35:59.797" v="3283" actId="1036"/>
          <ac:spMkLst>
            <pc:docMk/>
            <pc:sldMk cId="149164172" sldId="2147374833"/>
            <ac:spMk id="20" creationId="{8837033A-988E-46ED-B0F8-003824FBDB73}"/>
          </ac:spMkLst>
        </pc:spChg>
        <pc:spChg chg="add mod">
          <ac:chgData name="Junior Alexis Julon Ventura" userId="bc0bd127-ac50-4ffc-b335-3e3d7d880d73" providerId="ADAL" clId="{63CD30A9-9518-473B-A836-8B5B2514C4E6}" dt="2026-05-14T19:35:41.348" v="3272" actId="1076"/>
          <ac:spMkLst>
            <pc:docMk/>
            <pc:sldMk cId="149164172" sldId="2147374833"/>
            <ac:spMk id="24" creationId="{46424969-499B-A49E-D19E-42BC2FBC36AD}"/>
          </ac:spMkLst>
        </pc:spChg>
        <pc:spChg chg="add mod ord">
          <ac:chgData name="Junior Alexis Julon Ventura" userId="bc0bd127-ac50-4ffc-b335-3e3d7d880d73" providerId="ADAL" clId="{63CD30A9-9518-473B-A836-8B5B2514C4E6}" dt="2026-05-14T19:40:49.235" v="3421" actId="14100"/>
          <ac:spMkLst>
            <pc:docMk/>
            <pc:sldMk cId="149164172" sldId="2147374833"/>
            <ac:spMk id="32" creationId="{33E77D1B-E213-3A6F-7C65-DBDB7F1A8459}"/>
          </ac:spMkLst>
        </pc:spChg>
        <pc:spChg chg="add mod ord">
          <ac:chgData name="Junior Alexis Julon Ventura" userId="bc0bd127-ac50-4ffc-b335-3e3d7d880d73" providerId="ADAL" clId="{63CD30A9-9518-473B-A836-8B5B2514C4E6}" dt="2026-05-14T19:40:42.649" v="3419" actId="14100"/>
          <ac:spMkLst>
            <pc:docMk/>
            <pc:sldMk cId="149164172" sldId="2147374833"/>
            <ac:spMk id="33" creationId="{C1F37C2A-37CC-2E85-46E7-2EDBDDF31061}"/>
          </ac:spMkLst>
        </pc:spChg>
        <pc:graphicFrameChg chg="add mod modGraphic">
          <ac:chgData name="Junior Alexis Julon Ventura" userId="bc0bd127-ac50-4ffc-b335-3e3d7d880d73" providerId="ADAL" clId="{63CD30A9-9518-473B-A836-8B5B2514C4E6}" dt="2026-05-14T19:41:25.552" v="3437" actId="14100"/>
          <ac:graphicFrameMkLst>
            <pc:docMk/>
            <pc:sldMk cId="149164172" sldId="2147374833"/>
            <ac:graphicFrameMk id="30" creationId="{6CF20D7A-9864-0FDC-495E-6A160779BF9A}"/>
          </ac:graphicFrameMkLst>
        </pc:graphicFrameChg>
        <pc:graphicFrameChg chg="add mod modGraphic">
          <ac:chgData name="Junior Alexis Julon Ventura" userId="bc0bd127-ac50-4ffc-b335-3e3d7d880d73" providerId="ADAL" clId="{63CD30A9-9518-473B-A836-8B5B2514C4E6}" dt="2026-05-14T19:40:53.900" v="3431" actId="1038"/>
          <ac:graphicFrameMkLst>
            <pc:docMk/>
            <pc:sldMk cId="149164172" sldId="2147374833"/>
            <ac:graphicFrameMk id="31" creationId="{5A32742C-9E86-B2A0-7F20-1F3709846D81}"/>
          </ac:graphicFrameMkLst>
        </pc:graphicFrameChg>
      </pc:sldChg>
      <pc:sldChg chg="addSp delSp modSp add mod">
        <pc:chgData name="Junior Alexis Julon Ventura" userId="bc0bd127-ac50-4ffc-b335-3e3d7d880d73" providerId="ADAL" clId="{63CD30A9-9518-473B-A836-8B5B2514C4E6}" dt="2026-05-14T20:59:52.591" v="3730"/>
        <pc:sldMkLst>
          <pc:docMk/>
          <pc:sldMk cId="185786782" sldId="2147374834"/>
        </pc:sldMkLst>
        <pc:spChg chg="mod">
          <ac:chgData name="Junior Alexis Julon Ventura" userId="bc0bd127-ac50-4ffc-b335-3e3d7d880d73" providerId="ADAL" clId="{63CD30A9-9518-473B-A836-8B5B2514C4E6}" dt="2026-05-14T20:59:52.591" v="3730"/>
          <ac:spMkLst>
            <pc:docMk/>
            <pc:sldMk cId="185786782" sldId="2147374834"/>
            <ac:spMk id="2" creationId="{5735BFB4-9754-5218-D1B3-D6453BC03404}"/>
          </ac:spMkLst>
        </pc:spChg>
        <pc:spChg chg="add mod">
          <ac:chgData name="Junior Alexis Julon Ventura" userId="bc0bd127-ac50-4ffc-b335-3e3d7d880d73" providerId="ADAL" clId="{63CD30A9-9518-473B-A836-8B5B2514C4E6}" dt="2026-05-14T19:49:29.621" v="3645" actId="1035"/>
          <ac:spMkLst>
            <pc:docMk/>
            <pc:sldMk cId="185786782" sldId="2147374834"/>
            <ac:spMk id="5" creationId="{BCF6AC4F-6171-1EF7-75DB-1CBF135D36AE}"/>
          </ac:spMkLst>
        </pc:spChg>
        <pc:spChg chg="mod">
          <ac:chgData name="Junior Alexis Julon Ventura" userId="bc0bd127-ac50-4ffc-b335-3e3d7d880d73" providerId="ADAL" clId="{63CD30A9-9518-473B-A836-8B5B2514C4E6}" dt="2026-05-14T19:44:21.487" v="3444"/>
          <ac:spMkLst>
            <pc:docMk/>
            <pc:sldMk cId="185786782" sldId="2147374834"/>
            <ac:spMk id="8" creationId="{B53DFA15-371F-9981-023D-719ECD22CCF1}"/>
          </ac:spMkLst>
        </pc:spChg>
        <pc:spChg chg="add mod">
          <ac:chgData name="Junior Alexis Julon Ventura" userId="bc0bd127-ac50-4ffc-b335-3e3d7d880d73" providerId="ADAL" clId="{63CD30A9-9518-473B-A836-8B5B2514C4E6}" dt="2026-05-14T19:49:49.784" v="3655" actId="1076"/>
          <ac:spMkLst>
            <pc:docMk/>
            <pc:sldMk cId="185786782" sldId="2147374834"/>
            <ac:spMk id="9" creationId="{188F47EB-BDE0-3250-A12D-E87AE43DAC42}"/>
          </ac:spMkLst>
        </pc:spChg>
        <pc:spChg chg="add mod">
          <ac:chgData name="Junior Alexis Julon Ventura" userId="bc0bd127-ac50-4ffc-b335-3e3d7d880d73" providerId="ADAL" clId="{63CD30A9-9518-473B-A836-8B5B2514C4E6}" dt="2026-05-14T19:50:07.420" v="3660" actId="108"/>
          <ac:spMkLst>
            <pc:docMk/>
            <pc:sldMk cId="185786782" sldId="2147374834"/>
            <ac:spMk id="11" creationId="{97725BFA-3E1D-C372-909B-B1B1D5FBEC55}"/>
          </ac:spMkLst>
        </pc:spChg>
        <pc:spChg chg="add mod">
          <ac:chgData name="Junior Alexis Julon Ventura" userId="bc0bd127-ac50-4ffc-b335-3e3d7d880d73" providerId="ADAL" clId="{63CD30A9-9518-473B-A836-8B5B2514C4E6}" dt="2026-05-14T19:49:41.094" v="3650" actId="1036"/>
          <ac:spMkLst>
            <pc:docMk/>
            <pc:sldMk cId="185786782" sldId="2147374834"/>
            <ac:spMk id="12" creationId="{3DC2F75F-B905-8648-75F3-971729B75EB7}"/>
          </ac:spMkLst>
        </pc:spChg>
        <pc:spChg chg="add mod">
          <ac:chgData name="Junior Alexis Julon Ventura" userId="bc0bd127-ac50-4ffc-b335-3e3d7d880d73" providerId="ADAL" clId="{63CD30A9-9518-473B-A836-8B5B2514C4E6}" dt="2026-05-14T19:49:41.094" v="3650" actId="1036"/>
          <ac:spMkLst>
            <pc:docMk/>
            <pc:sldMk cId="185786782" sldId="2147374834"/>
            <ac:spMk id="15" creationId="{60086711-FA9F-E2CD-5A9C-C5AA2F3EAADE}"/>
          </ac:spMkLst>
        </pc:spChg>
        <pc:spChg chg="add mod">
          <ac:chgData name="Junior Alexis Julon Ventura" userId="bc0bd127-ac50-4ffc-b335-3e3d7d880d73" providerId="ADAL" clId="{63CD30A9-9518-473B-A836-8B5B2514C4E6}" dt="2026-05-14T19:49:41.094" v="3650" actId="1036"/>
          <ac:spMkLst>
            <pc:docMk/>
            <pc:sldMk cId="185786782" sldId="2147374834"/>
            <ac:spMk id="18" creationId="{0CE16CA0-BA6A-7686-8435-965D554AF44B}"/>
          </ac:spMkLst>
        </pc:spChg>
        <pc:spChg chg="add mod">
          <ac:chgData name="Junior Alexis Julon Ventura" userId="bc0bd127-ac50-4ffc-b335-3e3d7d880d73" providerId="ADAL" clId="{63CD30A9-9518-473B-A836-8B5B2514C4E6}" dt="2026-05-14T19:49:41.094" v="3650" actId="1036"/>
          <ac:spMkLst>
            <pc:docMk/>
            <pc:sldMk cId="185786782" sldId="2147374834"/>
            <ac:spMk id="19" creationId="{5C5C61AF-1FBF-270C-F775-E00B83AB0E1D}"/>
          </ac:spMkLst>
        </pc:spChg>
        <pc:spChg chg="add mod">
          <ac:chgData name="Junior Alexis Julon Ventura" userId="bc0bd127-ac50-4ffc-b335-3e3d7d880d73" providerId="ADAL" clId="{63CD30A9-9518-473B-A836-8B5B2514C4E6}" dt="2026-05-14T19:49:43.948" v="3651" actId="1035"/>
          <ac:spMkLst>
            <pc:docMk/>
            <pc:sldMk cId="185786782" sldId="2147374834"/>
            <ac:spMk id="21" creationId="{A3BED2B0-2D9B-727A-A8D7-70F9CA9F69F7}"/>
          </ac:spMkLst>
        </pc:spChg>
        <pc:spChg chg="add mod">
          <ac:chgData name="Junior Alexis Julon Ventura" userId="bc0bd127-ac50-4ffc-b335-3e3d7d880d73" providerId="ADAL" clId="{63CD30A9-9518-473B-A836-8B5B2514C4E6}" dt="2026-05-14T19:49:47.516" v="3653" actId="14100"/>
          <ac:spMkLst>
            <pc:docMk/>
            <pc:sldMk cId="185786782" sldId="2147374834"/>
            <ac:spMk id="22" creationId="{C991EF93-79AF-714E-5A85-141CB9C22CC7}"/>
          </ac:spMkLst>
        </pc:spChg>
        <pc:spChg chg="mod">
          <ac:chgData name="Junior Alexis Julon Ventura" userId="bc0bd127-ac50-4ffc-b335-3e3d7d880d73" providerId="ADAL" clId="{63CD30A9-9518-473B-A836-8B5B2514C4E6}" dt="2026-05-14T19:49:52.081" v="3657" actId="1076"/>
          <ac:spMkLst>
            <pc:docMk/>
            <pc:sldMk cId="185786782" sldId="2147374834"/>
            <ac:spMk id="32" creationId="{E1438E92-3177-975D-4EFA-D5FF1AACEEEF}"/>
          </ac:spMkLst>
        </pc:spChg>
        <pc:spChg chg="add mod">
          <ac:chgData name="Junior Alexis Julon Ventura" userId="bc0bd127-ac50-4ffc-b335-3e3d7d880d73" providerId="ADAL" clId="{63CD30A9-9518-473B-A836-8B5B2514C4E6}" dt="2026-05-14T19:51:17.440" v="3702" actId="14100"/>
          <ac:spMkLst>
            <pc:docMk/>
            <pc:sldMk cId="185786782" sldId="2147374834"/>
            <ac:spMk id="35" creationId="{3DFD649E-F0C7-842C-DF73-784B0F519847}"/>
          </ac:spMkLst>
        </pc:spChg>
        <pc:spChg chg="add mod">
          <ac:chgData name="Junior Alexis Julon Ventura" userId="bc0bd127-ac50-4ffc-b335-3e3d7d880d73" providerId="ADAL" clId="{63CD30A9-9518-473B-A836-8B5B2514C4E6}" dt="2026-05-14T19:50:11.306" v="3661" actId="108"/>
          <ac:spMkLst>
            <pc:docMk/>
            <pc:sldMk cId="185786782" sldId="2147374834"/>
            <ac:spMk id="36" creationId="{1A7977F2-C9E1-D339-2AB5-50DE75626F2B}"/>
          </ac:spMkLst>
        </pc:spChg>
        <pc:spChg chg="add mod">
          <ac:chgData name="Junior Alexis Julon Ventura" userId="bc0bd127-ac50-4ffc-b335-3e3d7d880d73" providerId="ADAL" clId="{63CD30A9-9518-473B-A836-8B5B2514C4E6}" dt="2026-05-14T19:50:18.211" v="3663" actId="14100"/>
          <ac:spMkLst>
            <pc:docMk/>
            <pc:sldMk cId="185786782" sldId="2147374834"/>
            <ac:spMk id="37" creationId="{A9C93412-7365-8ED1-7421-F717559DE301}"/>
          </ac:spMkLst>
        </pc:spChg>
        <pc:spChg chg="add mod">
          <ac:chgData name="Junior Alexis Julon Ventura" userId="bc0bd127-ac50-4ffc-b335-3e3d7d880d73" providerId="ADAL" clId="{63CD30A9-9518-473B-A836-8B5B2514C4E6}" dt="2026-05-14T19:51:08.380" v="3694" actId="1035"/>
          <ac:spMkLst>
            <pc:docMk/>
            <pc:sldMk cId="185786782" sldId="2147374834"/>
            <ac:spMk id="38" creationId="{452553A8-2557-790A-68FB-18EFAF27E81E}"/>
          </ac:spMkLst>
        </pc:spChg>
        <pc:spChg chg="add mod">
          <ac:chgData name="Junior Alexis Julon Ventura" userId="bc0bd127-ac50-4ffc-b335-3e3d7d880d73" providerId="ADAL" clId="{63CD30A9-9518-473B-A836-8B5B2514C4E6}" dt="2026-05-14T19:51:12.332" v="3701" actId="1036"/>
          <ac:spMkLst>
            <pc:docMk/>
            <pc:sldMk cId="185786782" sldId="2147374834"/>
            <ac:spMk id="40" creationId="{F0BBDAC2-8B9D-9600-CDB4-53096E662755}"/>
          </ac:spMkLst>
        </pc:spChg>
        <pc:spChg chg="add mod">
          <ac:chgData name="Junior Alexis Julon Ventura" userId="bc0bd127-ac50-4ffc-b335-3e3d7d880d73" providerId="ADAL" clId="{63CD30A9-9518-473B-A836-8B5B2514C4E6}" dt="2026-05-14T19:51:12.332" v="3701" actId="1036"/>
          <ac:spMkLst>
            <pc:docMk/>
            <pc:sldMk cId="185786782" sldId="2147374834"/>
            <ac:spMk id="41" creationId="{55BD78E9-9632-B619-B9C1-50D0EB9F77E0}"/>
          </ac:spMkLst>
        </pc:spChg>
        <pc:spChg chg="add mod">
          <ac:chgData name="Junior Alexis Julon Ventura" userId="bc0bd127-ac50-4ffc-b335-3e3d7d880d73" providerId="ADAL" clId="{63CD30A9-9518-473B-A836-8B5B2514C4E6}" dt="2026-05-14T19:51:23.673" v="3705" actId="1076"/>
          <ac:spMkLst>
            <pc:docMk/>
            <pc:sldMk cId="185786782" sldId="2147374834"/>
            <ac:spMk id="42" creationId="{E972F19E-2101-A35B-853D-0D6425D9D751}"/>
          </ac:spMkLst>
        </pc:spChg>
      </pc:sldChg>
      <pc:sldChg chg="addSp delSp modSp add mod">
        <pc:chgData name="Junior Alexis Julon Ventura" userId="bc0bd127-ac50-4ffc-b335-3e3d7d880d73" providerId="ADAL" clId="{63CD30A9-9518-473B-A836-8B5B2514C4E6}" dt="2026-05-20T15:47:02.653" v="4397" actId="14100"/>
        <pc:sldMkLst>
          <pc:docMk/>
          <pc:sldMk cId="3986832146" sldId="2147374835"/>
        </pc:sldMkLst>
        <pc:spChg chg="mod">
          <ac:chgData name="Junior Alexis Julon Ventura" userId="bc0bd127-ac50-4ffc-b335-3e3d7d880d73" providerId="ADAL" clId="{63CD30A9-9518-473B-A836-8B5B2514C4E6}" dt="2026-05-20T15:23:28.867" v="3763" actId="20577"/>
          <ac:spMkLst>
            <pc:docMk/>
            <pc:sldMk cId="3986832146" sldId="2147374835"/>
            <ac:spMk id="2" creationId="{8D18F61F-D435-3664-6728-DA669074F5FF}"/>
          </ac:spMkLst>
        </pc:spChg>
        <pc:spChg chg="mod">
          <ac:chgData name="Junior Alexis Julon Ventura" userId="bc0bd127-ac50-4ffc-b335-3e3d7d880d73" providerId="ADAL" clId="{63CD30A9-9518-473B-A836-8B5B2514C4E6}" dt="2026-05-20T15:23:34.048" v="3775" actId="20577"/>
          <ac:spMkLst>
            <pc:docMk/>
            <pc:sldMk cId="3986832146" sldId="2147374835"/>
            <ac:spMk id="3" creationId="{C871A1D1-CC90-5BDD-9A94-845E86655EE4}"/>
          </ac:spMkLst>
        </pc:spChg>
        <pc:spChg chg="add mod">
          <ac:chgData name="Junior Alexis Julon Ventura" userId="bc0bd127-ac50-4ffc-b335-3e3d7d880d73" providerId="ADAL" clId="{63CD30A9-9518-473B-A836-8B5B2514C4E6}" dt="2026-05-20T15:36:50.700" v="4348" actId="2085"/>
          <ac:spMkLst>
            <pc:docMk/>
            <pc:sldMk cId="3986832146" sldId="2147374835"/>
            <ac:spMk id="4" creationId="{7F862A84-41DC-DBD2-5777-13AB403CAFBA}"/>
          </ac:spMkLst>
        </pc:spChg>
        <pc:spChg chg="mod">
          <ac:chgData name="Junior Alexis Julon Ventura" userId="bc0bd127-ac50-4ffc-b335-3e3d7d880d73" providerId="ADAL" clId="{63CD30A9-9518-473B-A836-8B5B2514C4E6}" dt="2026-05-20T15:36:56.267" v="4349" actId="6549"/>
          <ac:spMkLst>
            <pc:docMk/>
            <pc:sldMk cId="3986832146" sldId="2147374835"/>
            <ac:spMk id="8" creationId="{31C2CC15-4D6D-CF75-2553-487EB719BE04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9" creationId="{FF431ADF-3147-E1C7-CC41-2C359AEB66F7}"/>
          </ac:spMkLst>
        </pc:spChg>
        <pc:spChg chg="add mod">
          <ac:chgData name="Junior Alexis Julon Ventura" userId="bc0bd127-ac50-4ffc-b335-3e3d7d880d73" providerId="ADAL" clId="{63CD30A9-9518-473B-A836-8B5B2514C4E6}" dt="2026-05-20T15:29:31.596" v="3816" actId="1076"/>
          <ac:spMkLst>
            <pc:docMk/>
            <pc:sldMk cId="3986832146" sldId="2147374835"/>
            <ac:spMk id="10" creationId="{713C8A00-65AC-C66C-775C-D995B26CE8CF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11" creationId="{96EA47B0-6BC3-D003-BBCE-69CC418DA7B0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12" creationId="{B8B436F9-2EBD-91D7-DD1B-FB5712D997EB}"/>
          </ac:spMkLst>
        </pc:spChg>
        <pc:spChg chg="add mod">
          <ac:chgData name="Junior Alexis Julon Ventura" userId="bc0bd127-ac50-4ffc-b335-3e3d7d880d73" providerId="ADAL" clId="{63CD30A9-9518-473B-A836-8B5B2514C4E6}" dt="2026-05-20T15:36:50.700" v="4348" actId="2085"/>
          <ac:spMkLst>
            <pc:docMk/>
            <pc:sldMk cId="3986832146" sldId="2147374835"/>
            <ac:spMk id="13" creationId="{93A80C58-C7AC-24E6-E96E-E7F6E956F2B6}"/>
          </ac:spMkLst>
        </pc:spChg>
        <pc:spChg chg="add mod">
          <ac:chgData name="Junior Alexis Julon Ventura" userId="bc0bd127-ac50-4ffc-b335-3e3d7d880d73" providerId="ADAL" clId="{63CD30A9-9518-473B-A836-8B5B2514C4E6}" dt="2026-05-20T15:33:06.434" v="3935" actId="20577"/>
          <ac:spMkLst>
            <pc:docMk/>
            <pc:sldMk cId="3986832146" sldId="2147374835"/>
            <ac:spMk id="14" creationId="{CCA66EBF-790E-68C4-B8D8-6FD15B25A6F9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15" creationId="{1210AB18-1428-D282-3404-5D73D256E059}"/>
          </ac:spMkLst>
        </pc:spChg>
        <pc:spChg chg="add mod">
          <ac:chgData name="Junior Alexis Julon Ventura" userId="bc0bd127-ac50-4ffc-b335-3e3d7d880d73" providerId="ADAL" clId="{63CD30A9-9518-473B-A836-8B5B2514C4E6}" dt="2026-05-20T15:36:50.700" v="4348" actId="2085"/>
          <ac:spMkLst>
            <pc:docMk/>
            <pc:sldMk cId="3986832146" sldId="2147374835"/>
            <ac:spMk id="16" creationId="{7E9AF5CD-E9A0-1B24-70FB-181BE61C29EC}"/>
          </ac:spMkLst>
        </pc:spChg>
        <pc:spChg chg="add mod">
          <ac:chgData name="Junior Alexis Julon Ventura" userId="bc0bd127-ac50-4ffc-b335-3e3d7d880d73" providerId="ADAL" clId="{63CD30A9-9518-473B-A836-8B5B2514C4E6}" dt="2026-05-20T15:29:31.596" v="3816" actId="1076"/>
          <ac:spMkLst>
            <pc:docMk/>
            <pc:sldMk cId="3986832146" sldId="2147374835"/>
            <ac:spMk id="17" creationId="{A0FB9E40-094B-B43E-C063-9E6DFC2BD0EC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18" creationId="{670302C2-80A9-2A16-E858-771F7E2947AF}"/>
          </ac:spMkLst>
        </pc:spChg>
        <pc:spChg chg="add mod ord">
          <ac:chgData name="Junior Alexis Julon Ventura" userId="bc0bd127-ac50-4ffc-b335-3e3d7d880d73" providerId="ADAL" clId="{63CD30A9-9518-473B-A836-8B5B2514C4E6}" dt="2026-05-20T15:36:32.584" v="4344" actId="14100"/>
          <ac:spMkLst>
            <pc:docMk/>
            <pc:sldMk cId="3986832146" sldId="2147374835"/>
            <ac:spMk id="20" creationId="{C155416D-5F3E-7F33-6056-243ADFCD31A9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22" creationId="{BFD2B1D0-1953-4CD2-E841-9866870FB7AD}"/>
          </ac:spMkLst>
        </pc:spChg>
        <pc:spChg chg="add mod">
          <ac:chgData name="Junior Alexis Julon Ventura" userId="bc0bd127-ac50-4ffc-b335-3e3d7d880d73" providerId="ADAL" clId="{63CD30A9-9518-473B-A836-8B5B2514C4E6}" dt="2026-05-20T15:36:32.584" v="4344" actId="14100"/>
          <ac:spMkLst>
            <pc:docMk/>
            <pc:sldMk cId="3986832146" sldId="2147374835"/>
            <ac:spMk id="23" creationId="{F047781F-4503-7D53-3B90-558FE1C472EF}"/>
          </ac:spMkLst>
        </pc:spChg>
        <pc:spChg chg="add mod ord">
          <ac:chgData name="Junior Alexis Julon Ventura" userId="bc0bd127-ac50-4ffc-b335-3e3d7d880d73" providerId="ADAL" clId="{63CD30A9-9518-473B-A836-8B5B2514C4E6}" dt="2026-05-20T15:36:32.584" v="4344" actId="14100"/>
          <ac:spMkLst>
            <pc:docMk/>
            <pc:sldMk cId="3986832146" sldId="2147374835"/>
            <ac:spMk id="24" creationId="{D824EA1B-86EE-639F-BB11-D357EFCDB269}"/>
          </ac:spMkLst>
        </pc:spChg>
        <pc:spChg chg="add del mod">
          <ac:chgData name="Junior Alexis Julon Ventura" userId="bc0bd127-ac50-4ffc-b335-3e3d7d880d73" providerId="ADAL" clId="{63CD30A9-9518-473B-A836-8B5B2514C4E6}" dt="2026-05-20T15:30:09.793" v="3822" actId="478"/>
          <ac:spMkLst>
            <pc:docMk/>
            <pc:sldMk cId="3986832146" sldId="2147374835"/>
            <ac:spMk id="25" creationId="{D058748C-F64D-4137-DFCD-0B9746DC44B9}"/>
          </ac:spMkLst>
        </pc:spChg>
        <pc:spChg chg="add mod">
          <ac:chgData name="Junior Alexis Julon Ventura" userId="bc0bd127-ac50-4ffc-b335-3e3d7d880d73" providerId="ADAL" clId="{63CD30A9-9518-473B-A836-8B5B2514C4E6}" dt="2026-05-20T15:31:01.276" v="3835" actId="14100"/>
          <ac:spMkLst>
            <pc:docMk/>
            <pc:sldMk cId="3986832146" sldId="2147374835"/>
            <ac:spMk id="26" creationId="{26D9025A-16F1-0583-EEA6-82C102171F34}"/>
          </ac:spMkLst>
        </pc:spChg>
        <pc:spChg chg="add mod">
          <ac:chgData name="Junior Alexis Julon Ventura" userId="bc0bd127-ac50-4ffc-b335-3e3d7d880d73" providerId="ADAL" clId="{63CD30A9-9518-473B-A836-8B5B2514C4E6}" dt="2026-05-20T15:31:05.373" v="3836" actId="1076"/>
          <ac:spMkLst>
            <pc:docMk/>
            <pc:sldMk cId="3986832146" sldId="2147374835"/>
            <ac:spMk id="27" creationId="{25B51B01-B13C-E8E6-A6CB-78A4EA3CABD2}"/>
          </ac:spMkLst>
        </pc:spChg>
        <pc:spChg chg="add mod">
          <ac:chgData name="Junior Alexis Julon Ventura" userId="bc0bd127-ac50-4ffc-b335-3e3d7d880d73" providerId="ADAL" clId="{63CD30A9-9518-473B-A836-8B5B2514C4E6}" dt="2026-05-20T15:31:21.790" v="3841" actId="1076"/>
          <ac:spMkLst>
            <pc:docMk/>
            <pc:sldMk cId="3986832146" sldId="2147374835"/>
            <ac:spMk id="28" creationId="{C9E54885-8985-F300-0F01-BC0EFE5D0AB9}"/>
          </ac:spMkLst>
        </pc:spChg>
        <pc:spChg chg="add mod">
          <ac:chgData name="Junior Alexis Julon Ventura" userId="bc0bd127-ac50-4ffc-b335-3e3d7d880d73" providerId="ADAL" clId="{63CD30A9-9518-473B-A836-8B5B2514C4E6}" dt="2026-05-20T15:31:36.428" v="3846" actId="1076"/>
          <ac:spMkLst>
            <pc:docMk/>
            <pc:sldMk cId="3986832146" sldId="2147374835"/>
            <ac:spMk id="29" creationId="{F746E43D-0B48-15D5-ACB7-841DF80013F8}"/>
          </ac:spMkLst>
        </pc:spChg>
        <pc:spChg chg="add mod ord">
          <ac:chgData name="Junior Alexis Julon Ventura" userId="bc0bd127-ac50-4ffc-b335-3e3d7d880d73" providerId="ADAL" clId="{63CD30A9-9518-473B-A836-8B5B2514C4E6}" dt="2026-05-20T15:31:16.012" v="3839" actId="167"/>
          <ac:spMkLst>
            <pc:docMk/>
            <pc:sldMk cId="3986832146" sldId="2147374835"/>
            <ac:spMk id="30" creationId="{8230B7B1-762C-EFFD-1D02-6A3FB9B9FED3}"/>
          </ac:spMkLst>
        </pc:spChg>
        <pc:spChg chg="add mod ord">
          <ac:chgData name="Junior Alexis Julon Ventura" userId="bc0bd127-ac50-4ffc-b335-3e3d7d880d73" providerId="ADAL" clId="{63CD30A9-9518-473B-A836-8B5B2514C4E6}" dt="2026-05-20T15:31:30.557" v="3844" actId="167"/>
          <ac:spMkLst>
            <pc:docMk/>
            <pc:sldMk cId="3986832146" sldId="2147374835"/>
            <ac:spMk id="31" creationId="{AD7BDA31-CCAF-0605-6FD6-5C525EB5CC3E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32" creationId="{0CBB8389-C0D8-1F3D-FAF7-5DFE1F99F081}"/>
          </ac:spMkLst>
        </pc:spChg>
        <pc:spChg chg="add mod">
          <ac:chgData name="Junior Alexis Julon Ventura" userId="bc0bd127-ac50-4ffc-b335-3e3d7d880d73" providerId="ADAL" clId="{63CD30A9-9518-473B-A836-8B5B2514C4E6}" dt="2026-05-20T15:32:27.725" v="3848" actId="1076"/>
          <ac:spMkLst>
            <pc:docMk/>
            <pc:sldMk cId="3986832146" sldId="2147374835"/>
            <ac:spMk id="33" creationId="{CE0719C8-78CA-8623-C695-2EFF8E8CE02D}"/>
          </ac:spMkLst>
        </pc:spChg>
        <pc:spChg chg="add mod">
          <ac:chgData name="Junior Alexis Julon Ventura" userId="bc0bd127-ac50-4ffc-b335-3e3d7d880d73" providerId="ADAL" clId="{63CD30A9-9518-473B-A836-8B5B2514C4E6}" dt="2026-05-20T15:32:27.725" v="3848" actId="1076"/>
          <ac:spMkLst>
            <pc:docMk/>
            <pc:sldMk cId="3986832146" sldId="2147374835"/>
            <ac:spMk id="34" creationId="{22A53649-E821-355A-5F86-4111C53FAE02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35" creationId="{942C79C6-EA2D-1EDD-159E-E0126E8934A9}"/>
          </ac:spMkLst>
        </pc:spChg>
        <pc:spChg chg="add mod">
          <ac:chgData name="Junior Alexis Julon Ventura" userId="bc0bd127-ac50-4ffc-b335-3e3d7d880d73" providerId="ADAL" clId="{63CD30A9-9518-473B-A836-8B5B2514C4E6}" dt="2026-05-20T15:32:38.734" v="3855" actId="20577"/>
          <ac:spMkLst>
            <pc:docMk/>
            <pc:sldMk cId="3986832146" sldId="2147374835"/>
            <ac:spMk id="39" creationId="{304841AA-6673-1085-4FC8-CE90124D8F83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40" creationId="{84172963-5B4A-706B-897A-4F1F4E8DD342}"/>
          </ac:spMkLst>
        </pc:spChg>
        <pc:spChg chg="del">
          <ac:chgData name="Junior Alexis Julon Ventura" userId="bc0bd127-ac50-4ffc-b335-3e3d7d880d73" providerId="ADAL" clId="{63CD30A9-9518-473B-A836-8B5B2514C4E6}" dt="2026-05-20T15:28:18.292" v="3790" actId="478"/>
          <ac:spMkLst>
            <pc:docMk/>
            <pc:sldMk cId="3986832146" sldId="2147374835"/>
            <ac:spMk id="41" creationId="{A326A32B-BB26-9235-C8E3-BCB6F343552A}"/>
          </ac:spMkLst>
        </pc:spChg>
        <pc:spChg chg="add mod">
          <ac:chgData name="Junior Alexis Julon Ventura" userId="bc0bd127-ac50-4ffc-b335-3e3d7d880d73" providerId="ADAL" clId="{63CD30A9-9518-473B-A836-8B5B2514C4E6}" dt="2026-05-20T15:33:58.123" v="4102" actId="1076"/>
          <ac:spMkLst>
            <pc:docMk/>
            <pc:sldMk cId="3986832146" sldId="2147374835"/>
            <ac:spMk id="43" creationId="{1FCED1BD-C117-3AF3-2D07-EA112565045F}"/>
          </ac:spMkLst>
        </pc:spChg>
        <pc:spChg chg="add mod">
          <ac:chgData name="Junior Alexis Julon Ventura" userId="bc0bd127-ac50-4ffc-b335-3e3d7d880d73" providerId="ADAL" clId="{63CD30A9-9518-473B-A836-8B5B2514C4E6}" dt="2026-05-20T15:35:27.118" v="4277" actId="1076"/>
          <ac:spMkLst>
            <pc:docMk/>
            <pc:sldMk cId="3986832146" sldId="2147374835"/>
            <ac:spMk id="44" creationId="{CAC01C0F-7C96-9A3B-9E66-69115DF50E8C}"/>
          </ac:spMkLst>
        </pc:spChg>
        <pc:spChg chg="add mod">
          <ac:chgData name="Junior Alexis Julon Ventura" userId="bc0bd127-ac50-4ffc-b335-3e3d7d880d73" providerId="ADAL" clId="{63CD30A9-9518-473B-A836-8B5B2514C4E6}" dt="2026-05-20T15:35:42.949" v="4332" actId="20577"/>
          <ac:spMkLst>
            <pc:docMk/>
            <pc:sldMk cId="3986832146" sldId="2147374835"/>
            <ac:spMk id="45" creationId="{42F531A0-6161-5B47-FA4F-B58110F41031}"/>
          </ac:spMkLst>
        </pc:spChg>
        <pc:spChg chg="add mod">
          <ac:chgData name="Junior Alexis Julon Ventura" userId="bc0bd127-ac50-4ffc-b335-3e3d7d880d73" providerId="ADAL" clId="{63CD30A9-9518-473B-A836-8B5B2514C4E6}" dt="2026-05-20T15:36:06.055" v="4339" actId="1076"/>
          <ac:spMkLst>
            <pc:docMk/>
            <pc:sldMk cId="3986832146" sldId="2147374835"/>
            <ac:spMk id="46" creationId="{2D9A2C4D-1E7B-9070-CFC7-3AAE752D77A0}"/>
          </ac:spMkLst>
        </pc:spChg>
        <pc:spChg chg="add mod">
          <ac:chgData name="Junior Alexis Julon Ventura" userId="bc0bd127-ac50-4ffc-b335-3e3d7d880d73" providerId="ADAL" clId="{63CD30A9-9518-473B-A836-8B5B2514C4E6}" dt="2026-05-20T15:47:02.653" v="4397" actId="14100"/>
          <ac:spMkLst>
            <pc:docMk/>
            <pc:sldMk cId="3986832146" sldId="2147374835"/>
            <ac:spMk id="47" creationId="{EDF33E36-8ACC-954C-51BF-E3132156803D}"/>
          </ac:spMkLst>
        </pc:spChg>
        <pc:spChg chg="add mod ord">
          <ac:chgData name="Junior Alexis Julon Ventura" userId="bc0bd127-ac50-4ffc-b335-3e3d7d880d73" providerId="ADAL" clId="{63CD30A9-9518-473B-A836-8B5B2514C4E6}" dt="2026-05-20T15:35:57.410" v="4337" actId="167"/>
          <ac:spMkLst>
            <pc:docMk/>
            <pc:sldMk cId="3986832146" sldId="2147374835"/>
            <ac:spMk id="48" creationId="{DC157FBD-3AE0-6287-10D4-59CDF3ECE0A9}"/>
          </ac:spMkLst>
        </pc:spChg>
        <pc:spChg chg="add mod ord">
          <ac:chgData name="Junior Alexis Julon Ventura" userId="bc0bd127-ac50-4ffc-b335-3e3d7d880d73" providerId="ADAL" clId="{63CD30A9-9518-473B-A836-8B5B2514C4E6}" dt="2026-05-20T15:36:22.750" v="4342" actId="167"/>
          <ac:spMkLst>
            <pc:docMk/>
            <pc:sldMk cId="3986832146" sldId="2147374835"/>
            <ac:spMk id="49" creationId="{D6D59CA4-562E-617D-AEB6-F5E0E3545280}"/>
          </ac:spMkLst>
        </pc:spChg>
      </pc:sldChg>
      <pc:sldMasterChg chg="add del addSldLayout delSldLayout">
        <pc:chgData name="Junior Alexis Julon Ventura" userId="bc0bd127-ac50-4ffc-b335-3e3d7d880d73" providerId="ADAL" clId="{63CD30A9-9518-473B-A836-8B5B2514C4E6}" dt="2026-05-14T19:52:30.575" v="3719" actId="47"/>
        <pc:sldMasterMkLst>
          <pc:docMk/>
          <pc:sldMasterMk cId="624856993" sldId="2147483772"/>
        </pc:sldMasterMkLst>
        <pc:sldLayoutChg chg="add del">
          <pc:chgData name="Junior Alexis Julon Ventura" userId="bc0bd127-ac50-4ffc-b335-3e3d7d880d73" providerId="ADAL" clId="{63CD30A9-9518-473B-A836-8B5B2514C4E6}" dt="2026-05-14T19:52:30.575" v="3719" actId="47"/>
          <pc:sldLayoutMkLst>
            <pc:docMk/>
            <pc:sldMasterMk cId="624856993" sldId="2147483772"/>
            <pc:sldLayoutMk cId="2595227994" sldId="2147483773"/>
          </pc:sldLayoutMkLst>
        </pc:sldLayoutChg>
        <pc:sldLayoutChg chg="add del">
          <pc:chgData name="Junior Alexis Julon Ventura" userId="bc0bd127-ac50-4ffc-b335-3e3d7d880d73" providerId="ADAL" clId="{63CD30A9-9518-473B-A836-8B5B2514C4E6}" dt="2026-05-14T19:52:30.575" v="3719" actId="47"/>
          <pc:sldLayoutMkLst>
            <pc:docMk/>
            <pc:sldMasterMk cId="624856993" sldId="2147483772"/>
            <pc:sldLayoutMk cId="2878699047" sldId="2147483774"/>
          </pc:sldLayoutMkLst>
        </pc:sldLayoutChg>
      </pc:sldMasterChg>
      <pc:sldMasterChg chg="del delSldLayout">
        <pc:chgData name="Junior Alexis Julon Ventura" userId="bc0bd127-ac50-4ffc-b335-3e3d7d880d73" providerId="ADAL" clId="{63CD30A9-9518-473B-A836-8B5B2514C4E6}" dt="2026-05-20T15:36:36.774" v="4345" actId="47"/>
        <pc:sldMasterMkLst>
          <pc:docMk/>
          <pc:sldMasterMk cId="3343553026" sldId="2147483777"/>
        </pc:sldMasterMkLst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1350405686" sldId="2147483778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3442518677" sldId="2147483779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1541507681" sldId="2147483780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3534356986" sldId="2147483781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2345356924" sldId="2147483782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2256598435" sldId="2147483783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2385311882" sldId="2147483784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438872408" sldId="2147483785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1880809213" sldId="2147483786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476268076" sldId="2147483787"/>
          </pc:sldLayoutMkLst>
        </pc:sldLayoutChg>
        <pc:sldLayoutChg chg="del">
          <pc:chgData name="Junior Alexis Julon Ventura" userId="bc0bd127-ac50-4ffc-b335-3e3d7d880d73" providerId="ADAL" clId="{63CD30A9-9518-473B-A836-8B5B2514C4E6}" dt="2026-05-20T15:36:36.774" v="4345" actId="47"/>
          <pc:sldLayoutMkLst>
            <pc:docMk/>
            <pc:sldMasterMk cId="3343553026" sldId="2147483777"/>
            <pc:sldLayoutMk cId="2389765326" sldId="21474837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C02F3CF-6FBE-44D7-80F4-12D935B41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DEBB62-E3C5-476D-A8E4-9AF348F1FD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EBFA1-FACB-4365-B72E-8F15A92D6E64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0D4B1F-7D6D-4C19-9074-64E87373F0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D5BF39A-AD9B-4C0D-96D7-14C8C29314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7A9C7-3CA7-460E-A20A-10C452C2A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3793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7E2FD-4822-4352-A567-239D3914E4A5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80B3E-C90D-4786-A486-C883A77E1EE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209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0B3E-C90D-4786-A486-C883A77E1EE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4204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presentation details the end-to-end methodology of the TAA Signal Engine, a systematic framework generating weekly tactical tilts for Rimac portfolios around Strategic Asset Allocation (SAA) benchmarks.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0B3E-C90D-4786-A486-C883A77E1EE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4333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612C-DA8E-14B6-ECE9-0427A0DD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DE477A-25BA-54D6-BA58-867F798FF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0D8048-4601-208A-657B-55CA40155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“weights clipped at zero”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means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negative portfolio weight is forced to 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i.e.,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short positions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D51AD8-AFB6-921D-9D2F-F896CEDAD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716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E758-CE12-1FB8-3D94-0A4994A3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894F39-487B-2DA7-F221-88EA1F39F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4998E6-BAED-59C4-9E8E-36437EA0E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8FAA3A-DD78-1E31-F684-6594328AD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328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E604-F844-5FA9-FCF6-2C10306D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FEB2DA-085E-CE6B-C011-E5266CACF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7348A9D-FBC5-8E49-FFA9-38A93CE5B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E89D2C-6926-30CC-B2AE-208388EEB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860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AA0AA-2C92-0A63-AE95-2BFC8FA4C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FE3226-9495-0713-6158-3508BE7EC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19CD2A-9057-7FF6-CEBD-3AC783FB5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presentation details the end-to-end methodology of the TAA Signal Engine, a systematic framework generating weekly tactical tilts for Rimac portfolios around Strategic Asset Allocation (SAA) benchmarks.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A0DCBF-57F0-D85C-F11A-186880427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80B3E-C90D-4786-A486-C883A77E1EE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4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258B-32EB-43B3-F066-B68D7937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E551A5-188A-370F-80B1-CF586211E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E10C22-2858-05AA-8F88-D528786B8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Raw series never inverted in Python?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860561-5736-E8C6-AE16-9844813AF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473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719C-7EEA-C9AD-0A1E-1862A6EB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16CC432-17CB-A37D-FA1D-53E63E3DD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821317-56B3-F2C8-BC9F-184301B98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presentation details the end-to-end methodology of the TAA Signal Engine, a systematic framework generating weekly tactical tilts for Rimac portfolios around Strategic Asset Allocation (SAA) benchmarks.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FDD675-75DE-D7A4-DAB9-3B8EF2C34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80B3E-C90D-4786-A486-C883A77E1EE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335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F836-C1C6-95EE-880F-629C98DE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3355D5-9F10-DA14-3EB8-CC9826A8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E766F67-A60B-43F6-E5B8-C45E7AB42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1CFBA-1B61-CD0A-429C-DE88FE180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637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A139-9BD6-712F-256A-1703193F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A6311B-1E18-123C-CE01-A72D305FE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506103-B00E-424A-938C-351B107FD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7B5DD9-4718-74FB-8198-F0B6EAE1E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777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44CC-4D6D-23E4-3392-8D953232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F61EEE-0B85-5628-59A4-4F8D3C7D6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3DEA8A-2731-013A-12F5-1AE89B663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Aggregating pillars into conviction-based portfolio tilts</a:t>
            </a:r>
            <a:endParaRPr lang="en-US" sz="1050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1DBEFE-B2E9-FA0F-32F8-5FCEBDFE1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80B3E-C90D-4786-A486-C883A77E1EE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85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3F26-2091-B6F3-99E3-49EC6DFD3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7D87CB-B0D1-FECD-5BD7-0CECCD2AF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2F6F80-79C7-E6C1-D4F7-FC0A87143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5CB524-CC1F-38E0-0423-358EF18D9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01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17CB-6585-11C8-F0FB-FF54EA8D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574014-B83E-B3A8-2437-74E1987A7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6AF2D3-9377-302D-93C1-A8EA0A574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Aggregating pillars into conviction-based portfolio tilts</a:t>
            </a:r>
            <a:endParaRPr lang="en-US" sz="1050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E1C985-A212-6EBA-46E8-79A80DAEA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880B3E-C90D-4786-A486-C883A77E1EE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35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8EFB-A8A7-3D9B-E8CC-1C7D380F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E9BFC5D-96ED-0C1D-4CB9-3B27A07CE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667F86-2078-0F8F-FA48-020AADC24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No short positions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Zero-sum implementation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ts val="1238"/>
              </a:lnSpc>
              <a:buSzPct val="100000"/>
              <a:buChar char="•"/>
            </a:pPr>
            <a:r>
              <a:rPr lang="en-US" sz="1200" dirty="0">
                <a:solidFill>
                  <a:srgbClr val="42576D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Conviction-based tilt sizing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6A429-D63D-10AA-A9E6-4E7337995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2575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A5DB-8AA2-A0C6-CD9D-203F906B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70086C-7C1D-CD1A-2C74-94F540297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17EEF-C5CA-8B5F-3940-2BE1C00FA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685800"/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65% weight on relative views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tries to capture tactical deviations driven by cross-asset attractiveness rather than absolute macro timing. Implemented as ALPHA_ABS = 0.35, referencing Wang &amp;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Kochard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(2012).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Based on Wang &amp; </a:t>
            </a:r>
            <a:r>
              <a:rPr lang="en-US" sz="1200" dirty="0" err="1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Kochard</a:t>
            </a: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(2012) — blending absolute and relative z-scores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D712AA-59FC-DE85-B54B-F72A2B1DF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5019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ECAC-A8AC-ED66-76FA-DE30CC24A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00D7F9-DF19-4F0D-DECA-0A932EB42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E220E0-E959-7B2C-1570-ADAAF6CDB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685800"/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65% weight on relative views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tries to capture tactical deviations driven by cross-asset attractiveness rather than absolute macro timing. Implemented as ALPHA_ABS = 0.35, referencing Wang &amp;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Kochard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(2012).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Based on Wang &amp; </a:t>
            </a:r>
            <a:r>
              <a:rPr lang="en-US" sz="1200" dirty="0" err="1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Kochard</a:t>
            </a:r>
            <a:r>
              <a:rPr lang="en-US" sz="12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(2012) — blending absolute and relative z-scores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CF34A3-ABB9-48C4-50E3-92F582831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012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/>
              <a:t>Integración de señales: </a:t>
            </a:r>
            <a:r>
              <a:rPr lang="es-PE" err="1"/>
              <a:t>Overlay</a:t>
            </a:r>
            <a:r>
              <a:rPr lang="es-PE"/>
              <a:t> de régimen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Output de convicción: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Filtro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consenso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pilar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902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9C82-D6FA-9164-4D19-E38C9B18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C8ABF2-A338-C91C-D8F7-805DB6E00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582D6D-8EFD-B2EA-4986-BCD51B0F4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posicionamiento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extremo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predice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reversión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la media;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los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flujos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son contrarian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(Frazzini &amp; Lamont, 2008)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La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persistencia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tendencia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3–12M es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una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las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anomalías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más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finanzas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(Jegadeesh &amp; Titman, 1993)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</a:rPr>
              <a:t>V: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Predictor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más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largo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plazo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(CAPE R² ~85% a 10A) —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ancla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contra mispricing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9D9C91-5E82-F811-84D9-FBC1BEDC9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32102-7D22-4C46-9975-6B87876410A1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982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4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09832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5F2DA5BD-49F2-AD65-3D0E-D2F3D6B737EB}"/>
              </a:ext>
            </a:extLst>
          </p:cNvPr>
          <p:cNvSpPr/>
          <p:nvPr userDrawn="1"/>
        </p:nvSpPr>
        <p:spPr>
          <a:xfrm>
            <a:off x="0" y="0"/>
            <a:ext cx="12192000" cy="68502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12700" marR="5080" indent="-635">
              <a:lnSpc>
                <a:spcPts val="1900"/>
              </a:lnSpc>
              <a:spcBef>
                <a:spcPts val="180"/>
              </a:spcBef>
            </a:pPr>
            <a:endParaRPr lang="es-PE" sz="1800">
              <a:latin typeface="BRSonoma-Regular"/>
              <a:cs typeface="BRSonoma-Regular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A5CCB94-FF82-B72B-C5CD-72FB57B17F6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60" y="46608"/>
            <a:ext cx="2194750" cy="1414395"/>
          </a:xfrm>
          <a:prstGeom prst="rect">
            <a:avLst/>
          </a:prstGeom>
        </p:spPr>
      </p:pic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6CFBD6E0-3089-42D1-89D4-3F16BE7E5E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3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3F20895-2132-6C88-2073-09C64F4F7261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D59E0851-8F98-DC6D-AAD2-766F8359EE3C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75E23900-8D22-C794-AA73-39C8B35819D4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5" name="Rectángulo: esquinas diagonales redondeadas 34">
                <a:extLst>
                  <a:ext uri="{FF2B5EF4-FFF2-40B4-BE49-F238E27FC236}">
                    <a16:creationId xmlns:a16="http://schemas.microsoft.com/office/drawing/2014/main" id="{AE98234A-A096-CE4F-5976-AFF11D80467D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ángulo: esquinas diagonales redondeadas 35">
                <a:extLst>
                  <a:ext uri="{FF2B5EF4-FFF2-40B4-BE49-F238E27FC236}">
                    <a16:creationId xmlns:a16="http://schemas.microsoft.com/office/drawing/2014/main" id="{BBCB8354-8D07-F57D-F7A3-29A542E36C66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ángulo: esquinas diagonales redondeadas 36">
                <a:extLst>
                  <a:ext uri="{FF2B5EF4-FFF2-40B4-BE49-F238E27FC236}">
                    <a16:creationId xmlns:a16="http://schemas.microsoft.com/office/drawing/2014/main" id="{867C3B9C-26B6-08BE-11F3-2819C3274A3F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ángulo: esquinas diagonales redondeadas 37">
                <a:extLst>
                  <a:ext uri="{FF2B5EF4-FFF2-40B4-BE49-F238E27FC236}">
                    <a16:creationId xmlns:a16="http://schemas.microsoft.com/office/drawing/2014/main" id="{F1F620D7-DF1E-8553-8394-F6F620236DC1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ángulo: esquinas diagonales redondeadas 38">
                <a:extLst>
                  <a:ext uri="{FF2B5EF4-FFF2-40B4-BE49-F238E27FC236}">
                    <a16:creationId xmlns:a16="http://schemas.microsoft.com/office/drawing/2014/main" id="{21BACEAE-38FD-2C1B-D565-51CE1849F513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1BBCC80-9AF4-EE63-9A6C-B68768DC2721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0E0AACFC-448F-C02B-5404-F73FC15B3881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18A9AA5F-7062-3B04-DB32-CE0AAA5C40EA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769F0FFD-09C2-F9DF-A24F-0B03121CC1C4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45" name="Rectángulo: esquinas diagonales redondeadas 44">
                  <a:extLst>
                    <a:ext uri="{FF2B5EF4-FFF2-40B4-BE49-F238E27FC236}">
                      <a16:creationId xmlns:a16="http://schemas.microsoft.com/office/drawing/2014/main" id="{9A2B567B-F0E1-5AD0-CB31-CF97E156AAB8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Rectángulo: esquinas diagonales redondeadas 45">
                  <a:extLst>
                    <a:ext uri="{FF2B5EF4-FFF2-40B4-BE49-F238E27FC236}">
                      <a16:creationId xmlns:a16="http://schemas.microsoft.com/office/drawing/2014/main" id="{AB32B65F-5FE2-0EEC-624D-19905397EFA6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Rectángulo: esquinas diagonales redondeadas 46">
                  <a:extLst>
                    <a:ext uri="{FF2B5EF4-FFF2-40B4-BE49-F238E27FC236}">
                      <a16:creationId xmlns:a16="http://schemas.microsoft.com/office/drawing/2014/main" id="{1EDD8768-7177-D9CF-9508-C4869C51579F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Rectángulo: esquinas diagonales redondeadas 47">
                  <a:extLst>
                    <a:ext uri="{FF2B5EF4-FFF2-40B4-BE49-F238E27FC236}">
                      <a16:creationId xmlns:a16="http://schemas.microsoft.com/office/drawing/2014/main" id="{10B8F46F-3960-CD5D-29C5-B77C74BD0368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ángulo: esquinas diagonales redondeadas 48">
                  <a:extLst>
                    <a:ext uri="{FF2B5EF4-FFF2-40B4-BE49-F238E27FC236}">
                      <a16:creationId xmlns:a16="http://schemas.microsoft.com/office/drawing/2014/main" id="{FE1C36F8-4CF3-7572-C67D-5922BCADDF18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2" name="Rectángulo: esquinas diagonales redondeadas 41">
              <a:extLst>
                <a:ext uri="{FF2B5EF4-FFF2-40B4-BE49-F238E27FC236}">
                  <a16:creationId xmlns:a16="http://schemas.microsoft.com/office/drawing/2014/main" id="{B4E00319-8446-5762-91DD-8DB913267FB7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8E439B8-B673-172A-F927-BC8E977F5376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A4931640-8E7F-E046-001E-7F6E1F1FDE00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17CBAA61-DF51-CD19-E74F-4AC958A6F773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53" name="Rectángulo: esquinas diagonales redondeadas 52">
                <a:extLst>
                  <a:ext uri="{FF2B5EF4-FFF2-40B4-BE49-F238E27FC236}">
                    <a16:creationId xmlns:a16="http://schemas.microsoft.com/office/drawing/2014/main" id="{09116CB8-5D87-17F9-04C8-98DB97DD453A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4" name="Rectángulo: esquinas diagonales redondeadas 53">
                <a:extLst>
                  <a:ext uri="{FF2B5EF4-FFF2-40B4-BE49-F238E27FC236}">
                    <a16:creationId xmlns:a16="http://schemas.microsoft.com/office/drawing/2014/main" id="{9B36E974-01EF-9227-B934-BC752BB992CA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" name="Rectángulo: esquinas diagonales redondeadas 54">
                <a:extLst>
                  <a:ext uri="{FF2B5EF4-FFF2-40B4-BE49-F238E27FC236}">
                    <a16:creationId xmlns:a16="http://schemas.microsoft.com/office/drawing/2014/main" id="{D89E1158-E55A-90C2-4684-C14D59E0FEA8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ángulo: esquinas diagonales redondeadas 55">
                <a:extLst>
                  <a:ext uri="{FF2B5EF4-FFF2-40B4-BE49-F238E27FC236}">
                    <a16:creationId xmlns:a16="http://schemas.microsoft.com/office/drawing/2014/main" id="{90181F87-44E8-DDD1-1AC4-A5060B017C31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7" name="Rectángulo: esquinas diagonales redondeadas 56">
                <a:extLst>
                  <a:ext uri="{FF2B5EF4-FFF2-40B4-BE49-F238E27FC236}">
                    <a16:creationId xmlns:a16="http://schemas.microsoft.com/office/drawing/2014/main" id="{C27FF98E-5BA3-87CB-7479-9CA9517EBA47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664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101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5F2DA5BD-49F2-AD65-3D0E-D2F3D6B737EB}"/>
              </a:ext>
            </a:extLst>
          </p:cNvPr>
          <p:cNvSpPr/>
          <p:nvPr userDrawn="1"/>
        </p:nvSpPr>
        <p:spPr>
          <a:xfrm>
            <a:off x="0" y="0"/>
            <a:ext cx="12192000" cy="68502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12700" marR="5080" indent="-635">
              <a:lnSpc>
                <a:spcPts val="1900"/>
              </a:lnSpc>
              <a:spcBef>
                <a:spcPts val="180"/>
              </a:spcBef>
            </a:pPr>
            <a:endParaRPr lang="es-PE" sz="1800">
              <a:latin typeface="BRSonoma-Regular"/>
              <a:cs typeface="BRSonoma-Regular"/>
            </a:endParaRPr>
          </a:p>
        </p:txBody>
      </p:sp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6CFBD6E0-3089-42D1-89D4-3F16BE7E5E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3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804F6F-CF63-2FFA-52DF-44752FA6168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53069"/>
            <a:ext cx="2194750" cy="141439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528B81FC-C441-EDF9-C3AB-373FDDA86BF2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1EDA1D1-4410-9CB2-7877-BA6F1D754A20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026F7F7C-82C2-9237-9A60-179BE60FE505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23" name="Rectángulo: esquinas diagonales redondeadas 22">
                <a:extLst>
                  <a:ext uri="{FF2B5EF4-FFF2-40B4-BE49-F238E27FC236}">
                    <a16:creationId xmlns:a16="http://schemas.microsoft.com/office/drawing/2014/main" id="{EE59B7BD-683C-3861-2AC9-3DC56724D365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4" name="Rectángulo: esquinas diagonales redondeadas 23">
                <a:extLst>
                  <a:ext uri="{FF2B5EF4-FFF2-40B4-BE49-F238E27FC236}">
                    <a16:creationId xmlns:a16="http://schemas.microsoft.com/office/drawing/2014/main" id="{F4AD505E-C1C3-D069-A764-9AF330EC30DC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ángulo: esquinas diagonales redondeadas 24">
                <a:extLst>
                  <a:ext uri="{FF2B5EF4-FFF2-40B4-BE49-F238E27FC236}">
                    <a16:creationId xmlns:a16="http://schemas.microsoft.com/office/drawing/2014/main" id="{23DBE37D-09AF-1166-1522-EAA01ADEC0C2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ángulo: esquinas diagonales redondeadas 25">
                <a:extLst>
                  <a:ext uri="{FF2B5EF4-FFF2-40B4-BE49-F238E27FC236}">
                    <a16:creationId xmlns:a16="http://schemas.microsoft.com/office/drawing/2014/main" id="{D14AE2B8-2CBC-854D-B09B-240330C9C957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ángulo: esquinas diagonales redondeadas 26">
                <a:extLst>
                  <a:ext uri="{FF2B5EF4-FFF2-40B4-BE49-F238E27FC236}">
                    <a16:creationId xmlns:a16="http://schemas.microsoft.com/office/drawing/2014/main" id="{2B537FA8-EE70-BA2B-59AC-309A4E9928A7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D805523-9D40-95C4-40C9-C9A7D543E2F6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E0BBF45B-581C-264A-1C63-C7DE9CAE71F0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1B808068-035B-EC25-7FEF-EE86DE1AF6D7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781E2874-A729-80A4-6278-884CCFA331A2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35" name="Rectángulo: esquinas diagonales redondeadas 34">
                  <a:extLst>
                    <a:ext uri="{FF2B5EF4-FFF2-40B4-BE49-F238E27FC236}">
                      <a16:creationId xmlns:a16="http://schemas.microsoft.com/office/drawing/2014/main" id="{D20CF90A-4994-DEA1-E5DF-7B2EC8C79FD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Rectángulo: esquinas diagonales redondeadas 35">
                  <a:extLst>
                    <a:ext uri="{FF2B5EF4-FFF2-40B4-BE49-F238E27FC236}">
                      <a16:creationId xmlns:a16="http://schemas.microsoft.com/office/drawing/2014/main" id="{20F1412F-2302-2EFD-760F-5D533F0251E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Rectángulo: esquinas diagonales redondeadas 36">
                  <a:extLst>
                    <a:ext uri="{FF2B5EF4-FFF2-40B4-BE49-F238E27FC236}">
                      <a16:creationId xmlns:a16="http://schemas.microsoft.com/office/drawing/2014/main" id="{9C23EF96-95D4-2672-C759-9475D878343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ángulo: esquinas diagonales redondeadas 37">
                  <a:extLst>
                    <a:ext uri="{FF2B5EF4-FFF2-40B4-BE49-F238E27FC236}">
                      <a16:creationId xmlns:a16="http://schemas.microsoft.com/office/drawing/2014/main" id="{56A62693-A44C-3105-1C73-73099D01C1AB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Rectángulo: esquinas diagonales redondeadas 38">
                  <a:extLst>
                    <a:ext uri="{FF2B5EF4-FFF2-40B4-BE49-F238E27FC236}">
                      <a16:creationId xmlns:a16="http://schemas.microsoft.com/office/drawing/2014/main" id="{1C55E89B-4537-A16D-19B3-AF90F043B353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" name="Rectángulo: esquinas diagonales redondeadas 29">
              <a:extLst>
                <a:ext uri="{FF2B5EF4-FFF2-40B4-BE49-F238E27FC236}">
                  <a16:creationId xmlns:a16="http://schemas.microsoft.com/office/drawing/2014/main" id="{C8E91981-9424-EC16-1744-A986CBA23358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0772BD1-E38D-843D-4AB3-8AF8E2CC76CB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95CC75B4-011D-9F12-2328-7B4E8CDF1456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5DC588D8-0A76-B36E-393F-C0C05BBEF0E9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3" name="Rectángulo: esquinas diagonales redondeadas 42">
                <a:extLst>
                  <a:ext uri="{FF2B5EF4-FFF2-40B4-BE49-F238E27FC236}">
                    <a16:creationId xmlns:a16="http://schemas.microsoft.com/office/drawing/2014/main" id="{AEC03C11-D6BC-7625-A99C-8F9B0F6AEC90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ángulo: esquinas diagonales redondeadas 43">
                <a:extLst>
                  <a:ext uri="{FF2B5EF4-FFF2-40B4-BE49-F238E27FC236}">
                    <a16:creationId xmlns:a16="http://schemas.microsoft.com/office/drawing/2014/main" id="{9A07FE37-FA0F-ABFA-B066-407B8FE7EB3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diagonales redondeadas 44">
                <a:extLst>
                  <a:ext uri="{FF2B5EF4-FFF2-40B4-BE49-F238E27FC236}">
                    <a16:creationId xmlns:a16="http://schemas.microsoft.com/office/drawing/2014/main" id="{02CC7AD2-DE56-A900-600B-8C819087E388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ángulo: esquinas diagonales redondeadas 45">
                <a:extLst>
                  <a:ext uri="{FF2B5EF4-FFF2-40B4-BE49-F238E27FC236}">
                    <a16:creationId xmlns:a16="http://schemas.microsoft.com/office/drawing/2014/main" id="{784132FE-3B98-7093-73A4-89FA0E6DFFA0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ángulo: esquinas diagonales redondeadas 46">
                <a:extLst>
                  <a:ext uri="{FF2B5EF4-FFF2-40B4-BE49-F238E27FC236}">
                    <a16:creationId xmlns:a16="http://schemas.microsoft.com/office/drawing/2014/main" id="{3858E0F1-F81B-DF1F-349D-FC2AE51F18BB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465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28586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776AD8F8-3E5C-4D77-B3F7-CBA569656B1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>
            <a:noFill/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2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0751A582-BA4A-4100-B510-83224F325C49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65A1DC05-5F70-4207-996D-D73726D0FA36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300C0FC1-AA9D-4726-99E7-5622AA4434B8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8" name="Rectángulo: esquinas diagonales redondeadas 47">
                <a:extLst>
                  <a:ext uri="{FF2B5EF4-FFF2-40B4-BE49-F238E27FC236}">
                    <a16:creationId xmlns:a16="http://schemas.microsoft.com/office/drawing/2014/main" id="{D1078696-FB5B-449C-BE29-16DE1DB60627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ángulo: esquinas diagonales redondeadas 50">
                <a:extLst>
                  <a:ext uri="{FF2B5EF4-FFF2-40B4-BE49-F238E27FC236}">
                    <a16:creationId xmlns:a16="http://schemas.microsoft.com/office/drawing/2014/main" id="{52B74ED5-63DB-4D3E-AFF2-DA7EDC40A101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ángulo: esquinas diagonales redondeadas 51">
                <a:extLst>
                  <a:ext uri="{FF2B5EF4-FFF2-40B4-BE49-F238E27FC236}">
                    <a16:creationId xmlns:a16="http://schemas.microsoft.com/office/drawing/2014/main" id="{F6D14EB5-C7C5-4DCE-8ADB-0336EDA0B5D1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3" name="Rectángulo: esquinas diagonales redondeadas 52">
                <a:extLst>
                  <a:ext uri="{FF2B5EF4-FFF2-40B4-BE49-F238E27FC236}">
                    <a16:creationId xmlns:a16="http://schemas.microsoft.com/office/drawing/2014/main" id="{79DA3197-03CD-4DC6-944D-6003C99261B9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" name="Rectángulo: esquinas diagonales redondeadas 54">
                <a:extLst>
                  <a:ext uri="{FF2B5EF4-FFF2-40B4-BE49-F238E27FC236}">
                    <a16:creationId xmlns:a16="http://schemas.microsoft.com/office/drawing/2014/main" id="{78FA52AA-464E-4A72-9805-AAE0C0ECAC9A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5" name="Marcador de texto 22">
            <a:extLst>
              <a:ext uri="{FF2B5EF4-FFF2-40B4-BE49-F238E27FC236}">
                <a16:creationId xmlns:a16="http://schemas.microsoft.com/office/drawing/2014/main" id="{0265FD0F-C8F6-495A-890B-1E6FFE66F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020" y="6434873"/>
            <a:ext cx="904398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226A17CF-57B3-47C2-BF5A-24A90D076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038" y="398860"/>
            <a:ext cx="955465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200" b="1" i="0" u="none" spc="0" dirty="0">
                <a:solidFill>
                  <a:srgbClr val="E6281E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/>
              <a:t>Agenda</a:t>
            </a:r>
          </a:p>
        </p:txBody>
      </p:sp>
      <p:sp>
        <p:nvSpPr>
          <p:cNvPr id="36" name="Marcador de texto 29">
            <a:extLst>
              <a:ext uri="{FF2B5EF4-FFF2-40B4-BE49-F238E27FC236}">
                <a16:creationId xmlns:a16="http://schemas.microsoft.com/office/drawing/2014/main" id="{135466FC-E6CB-4DCD-9C3B-2C97B1415E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7038" y="122220"/>
            <a:ext cx="9554652" cy="21897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s-ES"/>
              <a:t>NOMBRE DE LA PRESENTACIÓN</a:t>
            </a:r>
            <a:endParaRPr lang="es-PE"/>
          </a:p>
        </p:txBody>
      </p:sp>
      <p:sp>
        <p:nvSpPr>
          <p:cNvPr id="75" name="Marcador de texto 7">
            <a:extLst>
              <a:ext uri="{FF2B5EF4-FFF2-40B4-BE49-F238E27FC236}">
                <a16:creationId xmlns:a16="http://schemas.microsoft.com/office/drawing/2014/main" id="{EEB8C4D8-C502-4E39-BC09-CA4BFCC6C8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7038" y="1030560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1</a:t>
            </a:r>
          </a:p>
        </p:txBody>
      </p:sp>
      <p:sp>
        <p:nvSpPr>
          <p:cNvPr id="76" name="Marcador de texto 6">
            <a:extLst>
              <a:ext uri="{FF2B5EF4-FFF2-40B4-BE49-F238E27FC236}">
                <a16:creationId xmlns:a16="http://schemas.microsoft.com/office/drawing/2014/main" id="{DF28D3FA-EC91-48F5-B843-B0C60A70BB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7037" y="1030560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lvl="0"/>
            <a:r>
              <a:rPr lang="es-ES"/>
              <a:t>Punto en agenda</a:t>
            </a:r>
          </a:p>
        </p:txBody>
      </p:sp>
      <p:sp>
        <p:nvSpPr>
          <p:cNvPr id="77" name="Marcador de texto 6">
            <a:extLst>
              <a:ext uri="{FF2B5EF4-FFF2-40B4-BE49-F238E27FC236}">
                <a16:creationId xmlns:a16="http://schemas.microsoft.com/office/drawing/2014/main" id="{51E59BC0-7C08-4538-97B5-FD0836EE8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7037" y="1386471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78" name="Marcador de texto 7">
            <a:extLst>
              <a:ext uri="{FF2B5EF4-FFF2-40B4-BE49-F238E27FC236}">
                <a16:creationId xmlns:a16="http://schemas.microsoft.com/office/drawing/2014/main" id="{1ACE21E4-BEB1-447F-AF79-E4F9A4D0E5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7038" y="1778545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2</a:t>
            </a:r>
          </a:p>
        </p:txBody>
      </p:sp>
      <p:sp>
        <p:nvSpPr>
          <p:cNvPr id="79" name="Marcador de texto 7">
            <a:extLst>
              <a:ext uri="{FF2B5EF4-FFF2-40B4-BE49-F238E27FC236}">
                <a16:creationId xmlns:a16="http://schemas.microsoft.com/office/drawing/2014/main" id="{401B7EFC-A711-4006-B4BE-A2D5ADD2B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038" y="2532856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3</a:t>
            </a:r>
          </a:p>
        </p:txBody>
      </p:sp>
      <p:sp>
        <p:nvSpPr>
          <p:cNvPr id="80" name="Marcador de texto 7">
            <a:extLst>
              <a:ext uri="{FF2B5EF4-FFF2-40B4-BE49-F238E27FC236}">
                <a16:creationId xmlns:a16="http://schemas.microsoft.com/office/drawing/2014/main" id="{3349FCD7-889C-4459-B453-7EC10053E2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7038" y="3287168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4</a:t>
            </a:r>
          </a:p>
        </p:txBody>
      </p:sp>
      <p:sp>
        <p:nvSpPr>
          <p:cNvPr id="81" name="Marcador de texto 6">
            <a:extLst>
              <a:ext uri="{FF2B5EF4-FFF2-40B4-BE49-F238E27FC236}">
                <a16:creationId xmlns:a16="http://schemas.microsoft.com/office/drawing/2014/main" id="{3D1AEB65-059C-4F3B-A344-CDC2F98C83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037" y="1778546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82" name="Marcador de texto 6">
            <a:extLst>
              <a:ext uri="{FF2B5EF4-FFF2-40B4-BE49-F238E27FC236}">
                <a16:creationId xmlns:a16="http://schemas.microsoft.com/office/drawing/2014/main" id="{BB14F201-3FA8-4C22-8485-524944E427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7037" y="2134456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83" name="Marcador de texto 6">
            <a:extLst>
              <a:ext uri="{FF2B5EF4-FFF2-40B4-BE49-F238E27FC236}">
                <a16:creationId xmlns:a16="http://schemas.microsoft.com/office/drawing/2014/main" id="{FE4E5C37-B060-48FF-897D-F7FFDD86BC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7037" y="2532857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84" name="Marcador de texto 6">
            <a:extLst>
              <a:ext uri="{FF2B5EF4-FFF2-40B4-BE49-F238E27FC236}">
                <a16:creationId xmlns:a16="http://schemas.microsoft.com/office/drawing/2014/main" id="{A0E32D46-95F4-4D58-A759-9C2D1EBBC6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7037" y="2888767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85" name="Marcador de texto 6">
            <a:extLst>
              <a:ext uri="{FF2B5EF4-FFF2-40B4-BE49-F238E27FC236}">
                <a16:creationId xmlns:a16="http://schemas.microsoft.com/office/drawing/2014/main" id="{5DD67B16-50A4-47A6-B98D-D7059641478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7037" y="3287169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86" name="Marcador de texto 6">
            <a:extLst>
              <a:ext uri="{FF2B5EF4-FFF2-40B4-BE49-F238E27FC236}">
                <a16:creationId xmlns:a16="http://schemas.microsoft.com/office/drawing/2014/main" id="{379461A8-FCCF-4447-BD9D-3127C7793ED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7037" y="3643079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5541CDE-A896-E3C4-9160-E9B7E773111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372AC150-8DDE-35FB-2D97-1037E1E27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47038" y="4075769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5</a:t>
            </a:r>
          </a:p>
        </p:txBody>
      </p:sp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81E367F3-A5A4-BCC3-208D-EF6FD4020D4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47038" y="4830081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6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F47EBCD2-4322-BD92-E05D-2D39B3970B6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7037" y="4075770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7B03EF27-5680-2782-1394-29F9494FBD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7037" y="4431680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2C95AED5-32F3-D041-7610-CC7499DF93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7037" y="4830082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674467C2-AB95-BAB9-FC50-D918EDD121A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7037" y="5185992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3794AA6D-27FE-FF10-FE75-D229C814303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47038" y="5571074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7</a:t>
            </a:r>
          </a:p>
        </p:txBody>
      </p:sp>
      <p:sp>
        <p:nvSpPr>
          <p:cNvPr id="21" name="Marcador de texto 6">
            <a:extLst>
              <a:ext uri="{FF2B5EF4-FFF2-40B4-BE49-F238E27FC236}">
                <a16:creationId xmlns:a16="http://schemas.microsoft.com/office/drawing/2014/main" id="{A1BA2902-1D08-683B-A196-5CF09C2FBE8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7037" y="5571075"/>
            <a:ext cx="8834653" cy="375359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2400" b="1" smtClean="0">
                <a:solidFill>
                  <a:schemeClr val="tx1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Punto en agenda</a:t>
            </a:r>
          </a:p>
        </p:txBody>
      </p:sp>
      <p:sp>
        <p:nvSpPr>
          <p:cNvPr id="22" name="Marcador de texto 6">
            <a:extLst>
              <a:ext uri="{FF2B5EF4-FFF2-40B4-BE49-F238E27FC236}">
                <a16:creationId xmlns:a16="http://schemas.microsoft.com/office/drawing/2014/main" id="{BE9928B6-C31A-DFA2-A530-3FC317103FC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7037" y="5926985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E9D0899-3B69-1B38-4ED2-128226031DAA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8857F7DE-FFEA-3D89-71A6-88D848470046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B7B41FF-A11B-3FFE-CFF7-BA7A22C62A8E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B8D9EF93-E4A7-2803-D628-7CE118212636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8" name="Rectángulo: esquinas diagonales redondeadas 27">
                  <a:extLst>
                    <a:ext uri="{FF2B5EF4-FFF2-40B4-BE49-F238E27FC236}">
                      <a16:creationId xmlns:a16="http://schemas.microsoft.com/office/drawing/2014/main" id="{6B4AF09F-F173-80C7-6524-8F849EAA6ADA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Rectángulo: esquinas diagonales redondeadas 28">
                  <a:extLst>
                    <a:ext uri="{FF2B5EF4-FFF2-40B4-BE49-F238E27FC236}">
                      <a16:creationId xmlns:a16="http://schemas.microsoft.com/office/drawing/2014/main" id="{4A5E5D73-71C1-8998-18CE-48DDD764CECB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Rectángulo: esquinas diagonales redondeadas 29">
                  <a:extLst>
                    <a:ext uri="{FF2B5EF4-FFF2-40B4-BE49-F238E27FC236}">
                      <a16:creationId xmlns:a16="http://schemas.microsoft.com/office/drawing/2014/main" id="{F6713AC0-2003-9B52-7DDC-1C02459FEAF3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Rectángulo: esquinas diagonales redondeadas 33">
                  <a:extLst>
                    <a:ext uri="{FF2B5EF4-FFF2-40B4-BE49-F238E27FC236}">
                      <a16:creationId xmlns:a16="http://schemas.microsoft.com/office/drawing/2014/main" id="{7F6E4B22-FD55-8731-A304-E2E184D4F780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ángulo: esquinas diagonales redondeadas 37">
                  <a:extLst>
                    <a:ext uri="{FF2B5EF4-FFF2-40B4-BE49-F238E27FC236}">
                      <a16:creationId xmlns:a16="http://schemas.microsoft.com/office/drawing/2014/main" id="{21CC98BB-0F45-2ABD-936A-48F401F9BFB1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9" name="Rectángulo: esquinas diagonales redondeadas 38">
              <a:extLst>
                <a:ext uri="{FF2B5EF4-FFF2-40B4-BE49-F238E27FC236}">
                  <a16:creationId xmlns:a16="http://schemas.microsoft.com/office/drawing/2014/main" id="{EE7F3734-E244-6304-B516-5EADB25BE709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35446825-8D1F-F38E-0D76-573AA086CE32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BBA5ED30-75F4-4906-45EB-D524A6CB96AF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5763F93F-2761-1370-01AA-CAF429EE8683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4" name="Rectángulo: esquinas diagonales redondeadas 43">
                <a:extLst>
                  <a:ext uri="{FF2B5EF4-FFF2-40B4-BE49-F238E27FC236}">
                    <a16:creationId xmlns:a16="http://schemas.microsoft.com/office/drawing/2014/main" id="{F85609EC-E05D-59C4-94B5-6EFD945E7BF3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ángulo: esquinas diagonales redondeadas 55">
                <a:extLst>
                  <a:ext uri="{FF2B5EF4-FFF2-40B4-BE49-F238E27FC236}">
                    <a16:creationId xmlns:a16="http://schemas.microsoft.com/office/drawing/2014/main" id="{71407A87-4D3E-3D4E-A7CC-454773B21E25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7" name="Rectángulo: esquinas diagonales redondeadas 56">
                <a:extLst>
                  <a:ext uri="{FF2B5EF4-FFF2-40B4-BE49-F238E27FC236}">
                    <a16:creationId xmlns:a16="http://schemas.microsoft.com/office/drawing/2014/main" id="{86072EC9-80E8-23FB-CAC0-CDD9ABB9AEBE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8" name="Rectángulo: esquinas diagonales redondeadas 57">
                <a:extLst>
                  <a:ext uri="{FF2B5EF4-FFF2-40B4-BE49-F238E27FC236}">
                    <a16:creationId xmlns:a16="http://schemas.microsoft.com/office/drawing/2014/main" id="{52BAACFC-C02E-990D-8053-4C54451688BD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9" name="Rectángulo: esquinas diagonales redondeadas 58">
                <a:extLst>
                  <a:ext uri="{FF2B5EF4-FFF2-40B4-BE49-F238E27FC236}">
                    <a16:creationId xmlns:a16="http://schemas.microsoft.com/office/drawing/2014/main" id="{3A1F9A32-67AE-10C9-C41B-ACD68619E260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954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">
    <p:bg>
      <p:bgPr>
        <a:solidFill>
          <a:schemeClr val="tx1">
            <a:alpha val="2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42387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31972C3A-EE98-64B4-4FE4-D686F7347F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776AD8F8-3E5C-4D77-B3F7-CBA569656B1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>
            <a:noFill/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2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03297" y="6567257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02EAAE-A359-D975-3D59-18B9FA0C743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799" y="4017018"/>
            <a:ext cx="2536156" cy="2840982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AB3C87-3824-8626-80B3-4D981F24C152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52F90291-E1FC-F160-F105-9E8854D20906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10010A23-4CC7-BB2E-EFB0-0251BC4B5870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24" name="Rectángulo: esquinas diagonales redondeadas 23">
                <a:extLst>
                  <a:ext uri="{FF2B5EF4-FFF2-40B4-BE49-F238E27FC236}">
                    <a16:creationId xmlns:a16="http://schemas.microsoft.com/office/drawing/2014/main" id="{BEC72CA8-5485-B6D4-1F41-8DCB90652A04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ángulo: esquinas diagonales redondeadas 24">
                <a:extLst>
                  <a:ext uri="{FF2B5EF4-FFF2-40B4-BE49-F238E27FC236}">
                    <a16:creationId xmlns:a16="http://schemas.microsoft.com/office/drawing/2014/main" id="{A3A32233-1412-FB7E-01EA-015E6D4128CC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ángulo: esquinas diagonales redondeadas 25">
                <a:extLst>
                  <a:ext uri="{FF2B5EF4-FFF2-40B4-BE49-F238E27FC236}">
                    <a16:creationId xmlns:a16="http://schemas.microsoft.com/office/drawing/2014/main" id="{CD61E6E1-818C-9938-FD84-B7DD9E35AD11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ángulo: esquinas diagonales redondeadas 26">
                <a:extLst>
                  <a:ext uri="{FF2B5EF4-FFF2-40B4-BE49-F238E27FC236}">
                    <a16:creationId xmlns:a16="http://schemas.microsoft.com/office/drawing/2014/main" id="{943670ED-4E11-A9F4-53DA-62BC2B31FC61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ángulo: esquinas diagonales redondeadas 27">
                <a:extLst>
                  <a:ext uri="{FF2B5EF4-FFF2-40B4-BE49-F238E27FC236}">
                    <a16:creationId xmlns:a16="http://schemas.microsoft.com/office/drawing/2014/main" id="{D4439A9C-51B4-D56C-A835-5D8ECB6331DA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36FD212-4C56-559A-5703-92C538A19365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97C377F0-1DA8-0BF9-438D-ED14B59FB521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37DC9D78-F1ED-3F00-DD6E-D6FC10521887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57193C98-82DB-1314-A198-6F4D2ECA97A2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34" name="Rectángulo: esquinas diagonales redondeadas 33">
                  <a:extLst>
                    <a:ext uri="{FF2B5EF4-FFF2-40B4-BE49-F238E27FC236}">
                      <a16:creationId xmlns:a16="http://schemas.microsoft.com/office/drawing/2014/main" id="{8C424B0B-9F4E-4782-CBB3-381C501F3F9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Rectángulo: esquinas diagonales redondeadas 34">
                  <a:extLst>
                    <a:ext uri="{FF2B5EF4-FFF2-40B4-BE49-F238E27FC236}">
                      <a16:creationId xmlns:a16="http://schemas.microsoft.com/office/drawing/2014/main" id="{5B211384-CCFB-0E54-18BF-37CBE911F3E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Rectángulo: esquinas diagonales redondeadas 35">
                  <a:extLst>
                    <a:ext uri="{FF2B5EF4-FFF2-40B4-BE49-F238E27FC236}">
                      <a16:creationId xmlns:a16="http://schemas.microsoft.com/office/drawing/2014/main" id="{42DB0EA4-8031-6027-3EEA-505E400284C6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Rectángulo: esquinas diagonales redondeadas 36">
                  <a:extLst>
                    <a:ext uri="{FF2B5EF4-FFF2-40B4-BE49-F238E27FC236}">
                      <a16:creationId xmlns:a16="http://schemas.microsoft.com/office/drawing/2014/main" id="{55C1B2E9-CC8F-AB77-B65B-4B54E05F636B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ángulo: esquinas diagonales redondeadas 37">
                  <a:extLst>
                    <a:ext uri="{FF2B5EF4-FFF2-40B4-BE49-F238E27FC236}">
                      <a16:creationId xmlns:a16="http://schemas.microsoft.com/office/drawing/2014/main" id="{B351D851-8845-BE20-2F09-FD98D831CF83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1" name="Rectángulo: esquinas diagonales redondeadas 30">
              <a:extLst>
                <a:ext uri="{FF2B5EF4-FFF2-40B4-BE49-F238E27FC236}">
                  <a16:creationId xmlns:a16="http://schemas.microsoft.com/office/drawing/2014/main" id="{B49EDA95-E041-AAAE-9535-2B8BC9D9C55D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12102AC3-33CD-1B65-636D-230D4D2170D6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860426A9-C5D4-4DDC-4600-84D12E96DCA9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98DF84BA-1007-8E04-F441-8B18F68EC42C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2" name="Rectángulo: esquinas diagonales redondeadas 41">
                <a:extLst>
                  <a:ext uri="{FF2B5EF4-FFF2-40B4-BE49-F238E27FC236}">
                    <a16:creationId xmlns:a16="http://schemas.microsoft.com/office/drawing/2014/main" id="{98BD17D2-0614-A828-4B39-D38FFD4DB1D9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tángulo: esquinas diagonales redondeadas 42">
                <a:extLst>
                  <a:ext uri="{FF2B5EF4-FFF2-40B4-BE49-F238E27FC236}">
                    <a16:creationId xmlns:a16="http://schemas.microsoft.com/office/drawing/2014/main" id="{8CAEB957-1C5D-4FF6-20F1-07F5DD1873BF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ángulo: esquinas diagonales redondeadas 43">
                <a:extLst>
                  <a:ext uri="{FF2B5EF4-FFF2-40B4-BE49-F238E27FC236}">
                    <a16:creationId xmlns:a16="http://schemas.microsoft.com/office/drawing/2014/main" id="{D9CF50AB-DA99-5648-0E77-32C2422432F3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diagonales redondeadas 44">
                <a:extLst>
                  <a:ext uri="{FF2B5EF4-FFF2-40B4-BE49-F238E27FC236}">
                    <a16:creationId xmlns:a16="http://schemas.microsoft.com/office/drawing/2014/main" id="{DAD56313-FB21-F72C-9EF2-A8976675BD3C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ángulo: esquinas diagonales redondeadas 45">
                <a:extLst>
                  <a:ext uri="{FF2B5EF4-FFF2-40B4-BE49-F238E27FC236}">
                    <a16:creationId xmlns:a16="http://schemas.microsoft.com/office/drawing/2014/main" id="{323BDE46-B412-C3AA-52D2-B755E0AAE58B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968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7792CFE-7682-470C-AEEA-F72E28A78F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1726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7792CFE-7682-470C-AEEA-F72E28A78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1F4CFABD-4862-6858-5CF9-020C62121DE5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BAADA7D-8D0F-F6DF-A751-18668F92F6AE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F6AE05B5-5B51-7B5E-16CD-EE1AD91ECE40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8" name="Rectángulo: esquinas diagonales redondeadas 7">
                <a:extLst>
                  <a:ext uri="{FF2B5EF4-FFF2-40B4-BE49-F238E27FC236}">
                    <a16:creationId xmlns:a16="http://schemas.microsoft.com/office/drawing/2014/main" id="{BE97E74B-34D5-254B-8DCE-55FADF3E8EB3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ángulo: esquinas diagonales redondeadas 8">
                <a:extLst>
                  <a:ext uri="{FF2B5EF4-FFF2-40B4-BE49-F238E27FC236}">
                    <a16:creationId xmlns:a16="http://schemas.microsoft.com/office/drawing/2014/main" id="{1B4BDABE-07A7-F922-CCCB-F115EB83488C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ángulo: esquinas diagonales redondeadas 9">
                <a:extLst>
                  <a:ext uri="{FF2B5EF4-FFF2-40B4-BE49-F238E27FC236}">
                    <a16:creationId xmlns:a16="http://schemas.microsoft.com/office/drawing/2014/main" id="{31848706-FB17-FAD7-6609-A595105ABA99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ángulo: esquinas diagonales redondeadas 10">
                <a:extLst>
                  <a:ext uri="{FF2B5EF4-FFF2-40B4-BE49-F238E27FC236}">
                    <a16:creationId xmlns:a16="http://schemas.microsoft.com/office/drawing/2014/main" id="{0E5CD815-C461-0E1E-59C5-4CA7FAB5B7B4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ángulo: esquinas diagonales redondeadas 11">
                <a:extLst>
                  <a:ext uri="{FF2B5EF4-FFF2-40B4-BE49-F238E27FC236}">
                    <a16:creationId xmlns:a16="http://schemas.microsoft.com/office/drawing/2014/main" id="{46E0304D-E3E1-80B0-49D8-9A0C06CA3088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58E7F87-DE3F-7965-526E-1B8AC622D375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1376498B-E851-3256-CF8E-380BEC1836DF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DF7118E7-1003-10CC-1EEF-872DDFA430B4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AB2AAFC3-6C24-71CC-386F-687251550285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3" name="Rectángulo: esquinas diagonales redondeadas 22">
                  <a:extLst>
                    <a:ext uri="{FF2B5EF4-FFF2-40B4-BE49-F238E27FC236}">
                      <a16:creationId xmlns:a16="http://schemas.microsoft.com/office/drawing/2014/main" id="{BF42169D-00F1-4F29-CFB8-6C9BA639B29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Rectángulo: esquinas diagonales redondeadas 23">
                  <a:extLst>
                    <a:ext uri="{FF2B5EF4-FFF2-40B4-BE49-F238E27FC236}">
                      <a16:creationId xmlns:a16="http://schemas.microsoft.com/office/drawing/2014/main" id="{0FEC55BA-9D52-5D60-1E05-4BE78FE84CC2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Rectángulo: esquinas diagonales redondeadas 24">
                  <a:extLst>
                    <a:ext uri="{FF2B5EF4-FFF2-40B4-BE49-F238E27FC236}">
                      <a16:creationId xmlns:a16="http://schemas.microsoft.com/office/drawing/2014/main" id="{2EFB43C1-8E1F-1C1C-9EA3-CBC3AA73E46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Rectángulo: esquinas diagonales redondeadas 25">
                  <a:extLst>
                    <a:ext uri="{FF2B5EF4-FFF2-40B4-BE49-F238E27FC236}">
                      <a16:creationId xmlns:a16="http://schemas.microsoft.com/office/drawing/2014/main" id="{BA52D8FF-CE60-EA90-CDD4-7D19A0B3D98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ángulo: esquinas diagonales redondeadas 26">
                  <a:extLst>
                    <a:ext uri="{FF2B5EF4-FFF2-40B4-BE49-F238E27FC236}">
                      <a16:creationId xmlns:a16="http://schemas.microsoft.com/office/drawing/2014/main" id="{08E59491-4F66-0409-500F-19B437D4BAF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" name="Rectángulo: esquinas diagonales redondeadas 14">
              <a:extLst>
                <a:ext uri="{FF2B5EF4-FFF2-40B4-BE49-F238E27FC236}">
                  <a16:creationId xmlns:a16="http://schemas.microsoft.com/office/drawing/2014/main" id="{2EEE6F5B-DDD6-3AF5-26B4-F7C467F4BFEA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D754524-D0B2-CE87-26FF-1E255780EC25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AA59057-4C0E-DCC1-034E-B9A8DAE74514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7E020140-3B75-02C2-BE30-627E42560DEB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1" name="Rectángulo: esquinas diagonales redondeadas 30">
                <a:extLst>
                  <a:ext uri="{FF2B5EF4-FFF2-40B4-BE49-F238E27FC236}">
                    <a16:creationId xmlns:a16="http://schemas.microsoft.com/office/drawing/2014/main" id="{1C82812E-2967-874B-4FCF-16D9FA47015B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ctángulo: esquinas diagonales redondeadas 31">
                <a:extLst>
                  <a:ext uri="{FF2B5EF4-FFF2-40B4-BE49-F238E27FC236}">
                    <a16:creationId xmlns:a16="http://schemas.microsoft.com/office/drawing/2014/main" id="{D0DE6B17-5F50-C14D-440C-C40A47D20F6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ángulo: esquinas diagonales redondeadas 32">
                <a:extLst>
                  <a:ext uri="{FF2B5EF4-FFF2-40B4-BE49-F238E27FC236}">
                    <a16:creationId xmlns:a16="http://schemas.microsoft.com/office/drawing/2014/main" id="{FDC8822A-592F-BF9B-4EBA-460C09396AD7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ángulo: esquinas diagonales redondeadas 33">
                <a:extLst>
                  <a:ext uri="{FF2B5EF4-FFF2-40B4-BE49-F238E27FC236}">
                    <a16:creationId xmlns:a16="http://schemas.microsoft.com/office/drawing/2014/main" id="{443126E1-7E2C-D258-C79C-FB9B8F589376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ángulo: esquinas diagonales redondeadas 34">
                <a:extLst>
                  <a:ext uri="{FF2B5EF4-FFF2-40B4-BE49-F238E27FC236}">
                    <a16:creationId xmlns:a16="http://schemas.microsoft.com/office/drawing/2014/main" id="{825B1164-C12C-D1C4-D0B9-9B7F47F734BD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45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erp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7792CFE-7682-470C-AEEA-F72E28A78F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6316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7792CFE-7682-470C-AEEA-F72E28A78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4">
            <a:extLst>
              <a:ext uri="{FF2B5EF4-FFF2-40B4-BE49-F238E27FC236}">
                <a16:creationId xmlns:a16="http://schemas.microsoft.com/office/drawing/2014/main" id="{99A06E5E-6702-4C84-BCCD-1A1C36F91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236300"/>
            <a:ext cx="11700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200" b="1" i="0" u="none" spc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diapositiva</a:t>
            </a:r>
            <a:endParaRPr lang="en-US"/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8A315E61-6F08-4AA2-8657-F8A89F9DD9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00" y="20620"/>
            <a:ext cx="11700000" cy="17938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s-ES"/>
              <a:t>CAPÍTULO (SEGÚN AGENDA)</a:t>
            </a:r>
            <a:endParaRPr lang="es-PE"/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7F5FFDD4-930D-4B84-B6D8-376CC14BCC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6000" y="1030561"/>
            <a:ext cx="117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21" name="Marcador de texto 7">
            <a:extLst>
              <a:ext uri="{FF2B5EF4-FFF2-40B4-BE49-F238E27FC236}">
                <a16:creationId xmlns:a16="http://schemas.microsoft.com/office/drawing/2014/main" id="{71E19452-19DB-49F5-87E6-83AC67D543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6000" y="1259041"/>
            <a:ext cx="117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22" name="Marcador de texto 22">
            <a:extLst>
              <a:ext uri="{FF2B5EF4-FFF2-40B4-BE49-F238E27FC236}">
                <a16:creationId xmlns:a16="http://schemas.microsoft.com/office/drawing/2014/main" id="{71E0EBF9-E81C-43F7-9D47-304F683807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00" y="6434873"/>
            <a:ext cx="972000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B2EC561-5C01-18C4-2F52-3522D21885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1F4CFABD-4862-6858-5CF9-020C62121DE5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BAADA7D-8D0F-F6DF-A751-18668F92F6AE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F6AE05B5-5B51-7B5E-16CD-EE1AD91ECE40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8" name="Rectángulo: esquinas diagonales redondeadas 7">
                <a:extLst>
                  <a:ext uri="{FF2B5EF4-FFF2-40B4-BE49-F238E27FC236}">
                    <a16:creationId xmlns:a16="http://schemas.microsoft.com/office/drawing/2014/main" id="{BE97E74B-34D5-254B-8DCE-55FADF3E8EB3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ángulo: esquinas diagonales redondeadas 8">
                <a:extLst>
                  <a:ext uri="{FF2B5EF4-FFF2-40B4-BE49-F238E27FC236}">
                    <a16:creationId xmlns:a16="http://schemas.microsoft.com/office/drawing/2014/main" id="{1B4BDABE-07A7-F922-CCCB-F115EB83488C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ángulo: esquinas diagonales redondeadas 9">
                <a:extLst>
                  <a:ext uri="{FF2B5EF4-FFF2-40B4-BE49-F238E27FC236}">
                    <a16:creationId xmlns:a16="http://schemas.microsoft.com/office/drawing/2014/main" id="{31848706-FB17-FAD7-6609-A595105ABA99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ángulo: esquinas diagonales redondeadas 10">
                <a:extLst>
                  <a:ext uri="{FF2B5EF4-FFF2-40B4-BE49-F238E27FC236}">
                    <a16:creationId xmlns:a16="http://schemas.microsoft.com/office/drawing/2014/main" id="{0E5CD815-C461-0E1E-59C5-4CA7FAB5B7B4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ángulo: esquinas diagonales redondeadas 11">
                <a:extLst>
                  <a:ext uri="{FF2B5EF4-FFF2-40B4-BE49-F238E27FC236}">
                    <a16:creationId xmlns:a16="http://schemas.microsoft.com/office/drawing/2014/main" id="{46E0304D-E3E1-80B0-49D8-9A0C06CA3088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58E7F87-DE3F-7965-526E-1B8AC622D375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1376498B-E851-3256-CF8E-380BEC1836DF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DF7118E7-1003-10CC-1EEF-872DDFA430B4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AB2AAFC3-6C24-71CC-386F-687251550285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3" name="Rectángulo: esquinas diagonales redondeadas 22">
                  <a:extLst>
                    <a:ext uri="{FF2B5EF4-FFF2-40B4-BE49-F238E27FC236}">
                      <a16:creationId xmlns:a16="http://schemas.microsoft.com/office/drawing/2014/main" id="{BF42169D-00F1-4F29-CFB8-6C9BA639B29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Rectángulo: esquinas diagonales redondeadas 23">
                  <a:extLst>
                    <a:ext uri="{FF2B5EF4-FFF2-40B4-BE49-F238E27FC236}">
                      <a16:creationId xmlns:a16="http://schemas.microsoft.com/office/drawing/2014/main" id="{0FEC55BA-9D52-5D60-1E05-4BE78FE84CC2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Rectángulo: esquinas diagonales redondeadas 24">
                  <a:extLst>
                    <a:ext uri="{FF2B5EF4-FFF2-40B4-BE49-F238E27FC236}">
                      <a16:creationId xmlns:a16="http://schemas.microsoft.com/office/drawing/2014/main" id="{2EFB43C1-8E1F-1C1C-9EA3-CBC3AA73E46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Rectángulo: esquinas diagonales redondeadas 25">
                  <a:extLst>
                    <a:ext uri="{FF2B5EF4-FFF2-40B4-BE49-F238E27FC236}">
                      <a16:creationId xmlns:a16="http://schemas.microsoft.com/office/drawing/2014/main" id="{BA52D8FF-CE60-EA90-CDD4-7D19A0B3D98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ángulo: esquinas diagonales redondeadas 26">
                  <a:extLst>
                    <a:ext uri="{FF2B5EF4-FFF2-40B4-BE49-F238E27FC236}">
                      <a16:creationId xmlns:a16="http://schemas.microsoft.com/office/drawing/2014/main" id="{08E59491-4F66-0409-500F-19B437D4BAF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" name="Rectángulo: esquinas diagonales redondeadas 14">
              <a:extLst>
                <a:ext uri="{FF2B5EF4-FFF2-40B4-BE49-F238E27FC236}">
                  <a16:creationId xmlns:a16="http://schemas.microsoft.com/office/drawing/2014/main" id="{2EEE6F5B-DDD6-3AF5-26B4-F7C467F4BFEA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D754524-D0B2-CE87-26FF-1E255780EC25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1AA59057-4C0E-DCC1-034E-B9A8DAE74514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7E020140-3B75-02C2-BE30-627E42560DEB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1" name="Rectángulo: esquinas diagonales redondeadas 30">
                <a:extLst>
                  <a:ext uri="{FF2B5EF4-FFF2-40B4-BE49-F238E27FC236}">
                    <a16:creationId xmlns:a16="http://schemas.microsoft.com/office/drawing/2014/main" id="{1C82812E-2967-874B-4FCF-16D9FA47015B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ctángulo: esquinas diagonales redondeadas 31">
                <a:extLst>
                  <a:ext uri="{FF2B5EF4-FFF2-40B4-BE49-F238E27FC236}">
                    <a16:creationId xmlns:a16="http://schemas.microsoft.com/office/drawing/2014/main" id="{D0DE6B17-5F50-C14D-440C-C40A47D20F6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ángulo: esquinas diagonales redondeadas 32">
                <a:extLst>
                  <a:ext uri="{FF2B5EF4-FFF2-40B4-BE49-F238E27FC236}">
                    <a16:creationId xmlns:a16="http://schemas.microsoft.com/office/drawing/2014/main" id="{FDC8822A-592F-BF9B-4EBA-460C09396AD7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ángulo: esquinas diagonales redondeadas 33">
                <a:extLst>
                  <a:ext uri="{FF2B5EF4-FFF2-40B4-BE49-F238E27FC236}">
                    <a16:creationId xmlns:a16="http://schemas.microsoft.com/office/drawing/2014/main" id="{443126E1-7E2C-D258-C79C-FB9B8F589376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ángulo: esquinas diagonales redondeadas 34">
                <a:extLst>
                  <a:ext uri="{FF2B5EF4-FFF2-40B4-BE49-F238E27FC236}">
                    <a16:creationId xmlns:a16="http://schemas.microsoft.com/office/drawing/2014/main" id="{825B1164-C12C-D1C4-D0B9-9B7F47F734BD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705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7792CFE-7682-470C-AEEA-F72E28A78F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067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7792CFE-7682-470C-AEEA-F72E28A78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4">
            <a:extLst>
              <a:ext uri="{FF2B5EF4-FFF2-40B4-BE49-F238E27FC236}">
                <a16:creationId xmlns:a16="http://schemas.microsoft.com/office/drawing/2014/main" id="{99A06E5E-6702-4C84-BCCD-1A1C36F91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236300"/>
            <a:ext cx="11700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200" b="1" i="0" u="none" spc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diapositiva</a:t>
            </a:r>
            <a:endParaRPr lang="en-US"/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8A315E61-6F08-4AA2-8657-F8A89F9DD9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00" y="20620"/>
            <a:ext cx="11700000" cy="17938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s-ES"/>
              <a:t>CAPÍTULO (SEGÚN AGENDA)</a:t>
            </a:r>
            <a:endParaRPr lang="es-PE"/>
          </a:p>
        </p:txBody>
      </p:sp>
      <p:sp>
        <p:nvSpPr>
          <p:cNvPr id="24" name="Marcador de texto 7">
            <a:extLst>
              <a:ext uri="{FF2B5EF4-FFF2-40B4-BE49-F238E27FC236}">
                <a16:creationId xmlns:a16="http://schemas.microsoft.com/office/drawing/2014/main" id="{4DF02664-33D2-488D-A8CE-F8435AEEE0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000" y="1734078"/>
            <a:ext cx="5580000" cy="2219069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5" name="Marcador de texto 7">
            <a:extLst>
              <a:ext uri="{FF2B5EF4-FFF2-40B4-BE49-F238E27FC236}">
                <a16:creationId xmlns:a16="http://schemas.microsoft.com/office/drawing/2014/main" id="{F69C9FDF-84BC-4EFC-8478-07E344ADD3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6000" y="1734078"/>
            <a:ext cx="5580000" cy="2219069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9" name="Marcador de texto 7">
            <a:extLst>
              <a:ext uri="{FF2B5EF4-FFF2-40B4-BE49-F238E27FC236}">
                <a16:creationId xmlns:a16="http://schemas.microsoft.com/office/drawing/2014/main" id="{88A6256F-0CF4-4F13-B221-B1E224B313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6000" y="1030561"/>
            <a:ext cx="558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0" name="Marcador de texto 7">
            <a:extLst>
              <a:ext uri="{FF2B5EF4-FFF2-40B4-BE49-F238E27FC236}">
                <a16:creationId xmlns:a16="http://schemas.microsoft.com/office/drawing/2014/main" id="{CC5CC0A4-0064-4E45-846B-3F8A9F80D2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6000" y="1259041"/>
            <a:ext cx="558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31" name="Marcador de texto 7">
            <a:extLst>
              <a:ext uri="{FF2B5EF4-FFF2-40B4-BE49-F238E27FC236}">
                <a16:creationId xmlns:a16="http://schemas.microsoft.com/office/drawing/2014/main" id="{593C3B83-2D79-4FB9-9FC7-6195B99171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6000" y="1030561"/>
            <a:ext cx="558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2" name="Marcador de texto 7">
            <a:extLst>
              <a:ext uri="{FF2B5EF4-FFF2-40B4-BE49-F238E27FC236}">
                <a16:creationId xmlns:a16="http://schemas.microsoft.com/office/drawing/2014/main" id="{E1238BF6-3176-4EAA-8D53-76490D43F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6000" y="1259041"/>
            <a:ext cx="558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333B54F1-C8EF-4418-9DE5-1D7C9DEB1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00" y="6434873"/>
            <a:ext cx="972000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DB160C-3AF1-B1DB-02D9-6E8A0FD693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4CA30C8-E140-D90C-41CF-385D09D68801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109B4C8-86EE-52A1-F8D4-7506CE98780E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1043D044-7043-F926-2191-4B3B86810FAB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8" name="Rectángulo: esquinas diagonales redondeadas 7">
                <a:extLst>
                  <a:ext uri="{FF2B5EF4-FFF2-40B4-BE49-F238E27FC236}">
                    <a16:creationId xmlns:a16="http://schemas.microsoft.com/office/drawing/2014/main" id="{05B75449-1EAE-738B-7091-A46BC6DB7351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ángulo: esquinas diagonales redondeadas 8">
                <a:extLst>
                  <a:ext uri="{FF2B5EF4-FFF2-40B4-BE49-F238E27FC236}">
                    <a16:creationId xmlns:a16="http://schemas.microsoft.com/office/drawing/2014/main" id="{DEC618B0-6444-E8F5-40BE-8737769EC1DB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ángulo: esquinas diagonales redondeadas 9">
                <a:extLst>
                  <a:ext uri="{FF2B5EF4-FFF2-40B4-BE49-F238E27FC236}">
                    <a16:creationId xmlns:a16="http://schemas.microsoft.com/office/drawing/2014/main" id="{362C5933-3E4D-53EB-9959-7836EDABA690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ángulo: esquinas diagonales redondeadas 10">
                <a:extLst>
                  <a:ext uri="{FF2B5EF4-FFF2-40B4-BE49-F238E27FC236}">
                    <a16:creationId xmlns:a16="http://schemas.microsoft.com/office/drawing/2014/main" id="{0B293E84-1C29-7880-88B9-701A92EAA3FD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ángulo: esquinas diagonales redondeadas 11">
                <a:extLst>
                  <a:ext uri="{FF2B5EF4-FFF2-40B4-BE49-F238E27FC236}">
                    <a16:creationId xmlns:a16="http://schemas.microsoft.com/office/drawing/2014/main" id="{63626286-7F76-0A05-E0D1-3A027F488D0B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B2AE518-04AF-3167-D4AE-BE1AE4A3EF12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3B47259A-B378-0336-E05D-E7BD67B5C2A5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73293153-BC5E-9E81-D1AD-B845C9438626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D4DD1CEE-3B9B-6293-5825-502E8438E37E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0" name="Rectángulo: esquinas diagonales redondeadas 19">
                  <a:extLst>
                    <a:ext uri="{FF2B5EF4-FFF2-40B4-BE49-F238E27FC236}">
                      <a16:creationId xmlns:a16="http://schemas.microsoft.com/office/drawing/2014/main" id="{0487757A-7558-2C53-30C2-DC7703A43208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Rectángulo: esquinas diagonales redondeadas 20">
                  <a:extLst>
                    <a:ext uri="{FF2B5EF4-FFF2-40B4-BE49-F238E27FC236}">
                      <a16:creationId xmlns:a16="http://schemas.microsoft.com/office/drawing/2014/main" id="{D0EBCC85-4264-C621-EF93-59F7DE7E0FFE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Rectángulo: esquinas diagonales redondeadas 21">
                  <a:extLst>
                    <a:ext uri="{FF2B5EF4-FFF2-40B4-BE49-F238E27FC236}">
                      <a16:creationId xmlns:a16="http://schemas.microsoft.com/office/drawing/2014/main" id="{C979B85A-08F3-EA2E-4FCF-9AA7D1BCEB0E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Rectángulo: esquinas diagonales redondeadas 25">
                  <a:extLst>
                    <a:ext uri="{FF2B5EF4-FFF2-40B4-BE49-F238E27FC236}">
                      <a16:creationId xmlns:a16="http://schemas.microsoft.com/office/drawing/2014/main" id="{35153D6E-E5B0-7DE6-633A-5D6D15F94ACD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ángulo: esquinas diagonales redondeadas 26">
                  <a:extLst>
                    <a:ext uri="{FF2B5EF4-FFF2-40B4-BE49-F238E27FC236}">
                      <a16:creationId xmlns:a16="http://schemas.microsoft.com/office/drawing/2014/main" id="{C4FA4B2F-21DF-BC3B-3424-27DDE28F4C36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5" name="Rectángulo: esquinas diagonales redondeadas 14">
              <a:extLst>
                <a:ext uri="{FF2B5EF4-FFF2-40B4-BE49-F238E27FC236}">
                  <a16:creationId xmlns:a16="http://schemas.microsoft.com/office/drawing/2014/main" id="{6B64AA67-19F9-7D59-CD53-1F6C92A61D1B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F140A17-F684-0543-9595-42D90DB45683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6BB87BC7-BEBC-E4A4-E876-A65B4EB44E6D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EDF7DD9F-25B8-2C14-E580-42AA19B540D9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5" name="Rectángulo: esquinas diagonales redondeadas 34">
                <a:extLst>
                  <a:ext uri="{FF2B5EF4-FFF2-40B4-BE49-F238E27FC236}">
                    <a16:creationId xmlns:a16="http://schemas.microsoft.com/office/drawing/2014/main" id="{1EC15B3E-ACFD-24DC-3DB3-5AD11456D1E6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ángulo: esquinas diagonales redondeadas 35">
                <a:extLst>
                  <a:ext uri="{FF2B5EF4-FFF2-40B4-BE49-F238E27FC236}">
                    <a16:creationId xmlns:a16="http://schemas.microsoft.com/office/drawing/2014/main" id="{E4CDECD0-5785-238B-CC81-B33FA4D6008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ángulo: esquinas diagonales redondeadas 36">
                <a:extLst>
                  <a:ext uri="{FF2B5EF4-FFF2-40B4-BE49-F238E27FC236}">
                    <a16:creationId xmlns:a16="http://schemas.microsoft.com/office/drawing/2014/main" id="{05D4FA6B-ECED-6E6C-BF23-C93855881F0E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ángulo: esquinas diagonales redondeadas 37">
                <a:extLst>
                  <a:ext uri="{FF2B5EF4-FFF2-40B4-BE49-F238E27FC236}">
                    <a16:creationId xmlns:a16="http://schemas.microsoft.com/office/drawing/2014/main" id="{86EB2B1F-70DE-C51D-CF48-38A302865547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ángulo: esquinas diagonales redondeadas 38">
                <a:extLst>
                  <a:ext uri="{FF2B5EF4-FFF2-40B4-BE49-F238E27FC236}">
                    <a16:creationId xmlns:a16="http://schemas.microsoft.com/office/drawing/2014/main" id="{32A8E82F-5CE0-977C-AF93-8121344C9F6F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8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D7792CFE-7682-470C-AEEA-F72E28A78F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7816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D7792CFE-7682-470C-AEEA-F72E28A78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4">
            <a:extLst>
              <a:ext uri="{FF2B5EF4-FFF2-40B4-BE49-F238E27FC236}">
                <a16:creationId xmlns:a16="http://schemas.microsoft.com/office/drawing/2014/main" id="{99A06E5E-6702-4C84-BCCD-1A1C36F91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236300"/>
            <a:ext cx="11700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200" b="1" i="0" u="none" spc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diapositiva</a:t>
            </a:r>
            <a:endParaRPr lang="en-US"/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8A315E61-6F08-4AA2-8657-F8A89F9DD9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00" y="20620"/>
            <a:ext cx="11700000" cy="17938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s-ES"/>
              <a:t>CAPÍTULO (SEGÚN AGENDA)</a:t>
            </a:r>
            <a:endParaRPr lang="es-PE"/>
          </a:p>
        </p:txBody>
      </p:sp>
      <p:sp>
        <p:nvSpPr>
          <p:cNvPr id="24" name="Marcador de texto 7">
            <a:extLst>
              <a:ext uri="{FF2B5EF4-FFF2-40B4-BE49-F238E27FC236}">
                <a16:creationId xmlns:a16="http://schemas.microsoft.com/office/drawing/2014/main" id="{4DF02664-33D2-488D-A8CE-F8435AEEE0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000" y="1734078"/>
            <a:ext cx="3600000" cy="2434513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5" name="Marcador de texto 7">
            <a:extLst>
              <a:ext uri="{FF2B5EF4-FFF2-40B4-BE49-F238E27FC236}">
                <a16:creationId xmlns:a16="http://schemas.microsoft.com/office/drawing/2014/main" id="{F69C9FDF-84BC-4EFC-8478-07E344ADD3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6000" y="1734078"/>
            <a:ext cx="3600000" cy="2434513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8" name="Marcador de texto 7">
            <a:extLst>
              <a:ext uri="{FF2B5EF4-FFF2-40B4-BE49-F238E27FC236}">
                <a16:creationId xmlns:a16="http://schemas.microsoft.com/office/drawing/2014/main" id="{8A78581B-B0B8-4AB0-99BD-B231F57BD7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46000" y="1734078"/>
            <a:ext cx="3600000" cy="2434513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9" name="Marcador de texto 7">
            <a:extLst>
              <a:ext uri="{FF2B5EF4-FFF2-40B4-BE49-F238E27FC236}">
                <a16:creationId xmlns:a16="http://schemas.microsoft.com/office/drawing/2014/main" id="{26F372AC-2355-4718-A7BC-09C9E6A020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6000" y="103056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0" name="Marcador de texto 7">
            <a:extLst>
              <a:ext uri="{FF2B5EF4-FFF2-40B4-BE49-F238E27FC236}">
                <a16:creationId xmlns:a16="http://schemas.microsoft.com/office/drawing/2014/main" id="{AE57098C-FB69-4035-BEA9-4CF605050C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6000" y="125904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31" name="Marcador de texto 7">
            <a:extLst>
              <a:ext uri="{FF2B5EF4-FFF2-40B4-BE49-F238E27FC236}">
                <a16:creationId xmlns:a16="http://schemas.microsoft.com/office/drawing/2014/main" id="{3E241EA5-D107-4A01-8732-66A9F6DB93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6000" y="103056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2" name="Marcador de texto 7">
            <a:extLst>
              <a:ext uri="{FF2B5EF4-FFF2-40B4-BE49-F238E27FC236}">
                <a16:creationId xmlns:a16="http://schemas.microsoft.com/office/drawing/2014/main" id="{5BA9051E-35C2-4EA7-8857-8828EA53D7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96000" y="125904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33" name="Marcador de texto 7">
            <a:extLst>
              <a:ext uri="{FF2B5EF4-FFF2-40B4-BE49-F238E27FC236}">
                <a16:creationId xmlns:a16="http://schemas.microsoft.com/office/drawing/2014/main" id="{FB4B3121-A218-415E-A8CB-423021E974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46000" y="103056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4" name="Marcador de texto 7">
            <a:extLst>
              <a:ext uri="{FF2B5EF4-FFF2-40B4-BE49-F238E27FC236}">
                <a16:creationId xmlns:a16="http://schemas.microsoft.com/office/drawing/2014/main" id="{B21D3D0B-63D2-41A5-9E6F-911D3FD896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46000" y="1259041"/>
            <a:ext cx="36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sp>
        <p:nvSpPr>
          <p:cNvPr id="27" name="Marcador de texto 22">
            <a:extLst>
              <a:ext uri="{FF2B5EF4-FFF2-40B4-BE49-F238E27FC236}">
                <a16:creationId xmlns:a16="http://schemas.microsoft.com/office/drawing/2014/main" id="{EB7C31AF-3F0D-47E4-9603-8ACE5DD5DD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00" y="6434873"/>
            <a:ext cx="972000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A3D048-AFE4-96CB-5FD9-07ED538581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204750BE-2343-40AE-9BAB-A019009CBC49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4E88BBA-5B43-FF66-AF24-58F685EE643B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68A575DE-CFEA-01E6-80EC-CCBA55E30FE0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9" name="Rectángulo: esquinas diagonales redondeadas 8">
                <a:extLst>
                  <a:ext uri="{FF2B5EF4-FFF2-40B4-BE49-F238E27FC236}">
                    <a16:creationId xmlns:a16="http://schemas.microsoft.com/office/drawing/2014/main" id="{93B9FD41-CBD4-23AB-A47E-79183BAAD772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ángulo: esquinas diagonales redondeadas 9">
                <a:extLst>
                  <a:ext uri="{FF2B5EF4-FFF2-40B4-BE49-F238E27FC236}">
                    <a16:creationId xmlns:a16="http://schemas.microsoft.com/office/drawing/2014/main" id="{612F5AF6-A664-B15B-040F-3A70755BDD59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ángulo: esquinas diagonales redondeadas 10">
                <a:extLst>
                  <a:ext uri="{FF2B5EF4-FFF2-40B4-BE49-F238E27FC236}">
                    <a16:creationId xmlns:a16="http://schemas.microsoft.com/office/drawing/2014/main" id="{BD844A68-92E5-3B12-1FFE-8CEC97526160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ángulo: esquinas diagonales redondeadas 11">
                <a:extLst>
                  <a:ext uri="{FF2B5EF4-FFF2-40B4-BE49-F238E27FC236}">
                    <a16:creationId xmlns:a16="http://schemas.microsoft.com/office/drawing/2014/main" id="{A9D4D8F2-C0E9-37AE-87A9-24425DD9C7F8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ángulo: esquinas diagonales redondeadas 12">
                <a:extLst>
                  <a:ext uri="{FF2B5EF4-FFF2-40B4-BE49-F238E27FC236}">
                    <a16:creationId xmlns:a16="http://schemas.microsoft.com/office/drawing/2014/main" id="{81C95759-E8F7-07CC-7FA7-0119BD4291DF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AE67EEE-2638-6A34-AF70-6A8E06D2DFF5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DC6E759F-EB1D-23D7-CC25-1C385463E892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482531E8-9537-40AA-71C9-5479B9DDD5AF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9FF16552-CD31-F181-7CB6-6C7B8CE67260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1" name="Rectángulo: esquinas diagonales redondeadas 20">
                  <a:extLst>
                    <a:ext uri="{FF2B5EF4-FFF2-40B4-BE49-F238E27FC236}">
                      <a16:creationId xmlns:a16="http://schemas.microsoft.com/office/drawing/2014/main" id="{DA4981C8-E764-F1A0-2ADA-40B90A051E1C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Rectángulo: esquinas diagonales redondeadas 21">
                  <a:extLst>
                    <a:ext uri="{FF2B5EF4-FFF2-40B4-BE49-F238E27FC236}">
                      <a16:creationId xmlns:a16="http://schemas.microsoft.com/office/drawing/2014/main" id="{C39829A6-DBF6-4F45-4104-FC8D8FA3C92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Rectángulo: esquinas diagonales redondeadas 22">
                  <a:extLst>
                    <a:ext uri="{FF2B5EF4-FFF2-40B4-BE49-F238E27FC236}">
                      <a16:creationId xmlns:a16="http://schemas.microsoft.com/office/drawing/2014/main" id="{FE6EF6C3-2A3D-A9D4-E1FA-34CB7C462DDB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Rectángulo: esquinas diagonales redondeadas 25">
                  <a:extLst>
                    <a:ext uri="{FF2B5EF4-FFF2-40B4-BE49-F238E27FC236}">
                      <a16:creationId xmlns:a16="http://schemas.microsoft.com/office/drawing/2014/main" id="{74DA113E-765C-4022-26F9-C969659F440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Rectángulo: esquinas diagonales redondeadas 34">
                  <a:extLst>
                    <a:ext uri="{FF2B5EF4-FFF2-40B4-BE49-F238E27FC236}">
                      <a16:creationId xmlns:a16="http://schemas.microsoft.com/office/drawing/2014/main" id="{3DBB0EEC-F6D2-0D3C-AF91-3EE83CC0E398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Rectángulo: esquinas diagonales redondeadas 16">
              <a:extLst>
                <a:ext uri="{FF2B5EF4-FFF2-40B4-BE49-F238E27FC236}">
                  <a16:creationId xmlns:a16="http://schemas.microsoft.com/office/drawing/2014/main" id="{1028245A-A79A-26BF-AA04-1FA5C2CAC023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59EFF0E9-DA0B-E556-97A3-41B7DBFBCE65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F5A5E09A-D982-A3DC-AEF7-76C28978EB11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DC1901C0-E6A9-DE39-786A-9231F62B56B9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9" name="Rectángulo: esquinas diagonales redondeadas 38">
                <a:extLst>
                  <a:ext uri="{FF2B5EF4-FFF2-40B4-BE49-F238E27FC236}">
                    <a16:creationId xmlns:a16="http://schemas.microsoft.com/office/drawing/2014/main" id="{8DD54CC1-73C4-70A8-7DC8-9A74BF0B03A8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ángulo: esquinas diagonales redondeadas 39">
                <a:extLst>
                  <a:ext uri="{FF2B5EF4-FFF2-40B4-BE49-F238E27FC236}">
                    <a16:creationId xmlns:a16="http://schemas.microsoft.com/office/drawing/2014/main" id="{F163EB88-AE31-3652-F711-3DB7C15CBBCB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ángulo: esquinas diagonales redondeadas 40">
                <a:extLst>
                  <a:ext uri="{FF2B5EF4-FFF2-40B4-BE49-F238E27FC236}">
                    <a16:creationId xmlns:a16="http://schemas.microsoft.com/office/drawing/2014/main" id="{708807D1-7CAF-3B70-7610-1F77B129FEFB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2" name="Rectángulo: esquinas diagonales redondeadas 41">
                <a:extLst>
                  <a:ext uri="{FF2B5EF4-FFF2-40B4-BE49-F238E27FC236}">
                    <a16:creationId xmlns:a16="http://schemas.microsoft.com/office/drawing/2014/main" id="{FF27143C-65F6-6924-2F6F-26F311D7F716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3" name="Rectángulo: esquinas diagonales redondeadas 42">
                <a:extLst>
                  <a:ext uri="{FF2B5EF4-FFF2-40B4-BE49-F238E27FC236}">
                    <a16:creationId xmlns:a16="http://schemas.microsoft.com/office/drawing/2014/main" id="{40A896B8-3E96-F0C0-01B5-3484AED93C86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064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96112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776AD8F8-3E5C-4D77-B3F7-CBA569656B1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>
            <a:noFill/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sp>
        <p:nvSpPr>
          <p:cNvPr id="6" name="FooterSimple" hidden="1"/>
          <p:cNvSpPr txBox="1"/>
          <p:nvPr>
            <p:custDataLst>
              <p:tags r:id="rId3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20171215 _CC_Steerco I v29.pptx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1" name="Marcador de texto 7">
            <a:extLst>
              <a:ext uri="{FF2B5EF4-FFF2-40B4-BE49-F238E27FC236}">
                <a16:creationId xmlns:a16="http://schemas.microsoft.com/office/drawing/2014/main" id="{B1BFEA24-9832-4BA1-94B0-2BDDA25A82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000" y="1734078"/>
            <a:ext cx="3600000" cy="2434513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Usar para </a:t>
            </a:r>
            <a:r>
              <a:rPr lang="es-ES" err="1"/>
              <a:t>bullets</a:t>
            </a:r>
            <a:endParaRPr lang="es-ES"/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2" name="Marcador de texto 13">
            <a:extLst>
              <a:ext uri="{FF2B5EF4-FFF2-40B4-BE49-F238E27FC236}">
                <a16:creationId xmlns:a16="http://schemas.microsoft.com/office/drawing/2014/main" id="{1283F292-92E8-49FB-88AD-D3D76B5112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4176" y="1734078"/>
            <a:ext cx="3600000" cy="2477601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1pPr>
            <a:lvl2pPr marL="180000" indent="-180000">
              <a:lnSpc>
                <a:spcPct val="100000"/>
              </a:lnSpc>
              <a:spcAft>
                <a:spcPts val="600"/>
              </a:spcAft>
              <a:buClrTx/>
              <a:buFont typeface="+mj-lt"/>
              <a:buAutoNum type="arabicPeriod"/>
              <a:defRPr sz="1400"/>
            </a:lvl2pPr>
            <a:lvl3pPr marL="360000" indent="-180000">
              <a:lnSpc>
                <a:spcPct val="100000"/>
              </a:lnSpc>
              <a:spcAft>
                <a:spcPts val="600"/>
              </a:spcAft>
              <a:buClrTx/>
              <a:buFont typeface="+mj-lt"/>
              <a:buAutoNum type="alphaLcParenR"/>
              <a:defRPr sz="1400"/>
            </a:lvl3pPr>
            <a:lvl4pPr marL="540000" indent="-180000">
              <a:buClrTx/>
              <a:buFont typeface="+mj-lt"/>
              <a:buAutoNum type="romanLcPeriod"/>
              <a:defRPr/>
            </a:lvl4pPr>
          </a:lstStyle>
          <a:p>
            <a:pPr lvl="0"/>
            <a:r>
              <a:rPr lang="es-ES"/>
              <a:t>Usar para números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Primer nivel</a:t>
            </a:r>
          </a:p>
          <a:p>
            <a:pPr lvl="2"/>
            <a:r>
              <a:rPr lang="es-ES"/>
              <a:t>Segundo nivel</a:t>
            </a:r>
          </a:p>
          <a:p>
            <a:pPr lvl="3"/>
            <a:r>
              <a:rPr lang="es-ES"/>
              <a:t>Tercer nivel</a:t>
            </a:r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C6ABAF9A-B358-45DD-B457-157DB60A8A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00" y="236300"/>
            <a:ext cx="11700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200" b="1" i="0" u="none" spc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 err="1"/>
              <a:t>Título</a:t>
            </a:r>
            <a:r>
              <a:rPr lang="en-US"/>
              <a:t> de la </a:t>
            </a:r>
            <a:r>
              <a:rPr lang="en-US" err="1"/>
              <a:t>diapositiva</a:t>
            </a:r>
            <a:endParaRPr lang="en-US"/>
          </a:p>
        </p:txBody>
      </p:sp>
      <p:sp>
        <p:nvSpPr>
          <p:cNvPr id="25" name="Marcador de texto 22">
            <a:extLst>
              <a:ext uri="{FF2B5EF4-FFF2-40B4-BE49-F238E27FC236}">
                <a16:creationId xmlns:a16="http://schemas.microsoft.com/office/drawing/2014/main" id="{15D626FC-A9F7-4F66-B4C7-0F8D41378C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6000" y="6434873"/>
            <a:ext cx="972000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sp>
        <p:nvSpPr>
          <p:cNvPr id="26" name="Marcador de texto 29">
            <a:extLst>
              <a:ext uri="{FF2B5EF4-FFF2-40B4-BE49-F238E27FC236}">
                <a16:creationId xmlns:a16="http://schemas.microsoft.com/office/drawing/2014/main" id="{84091302-F46D-4C07-8676-84EA39889C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00" y="20620"/>
            <a:ext cx="11700000" cy="21897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CAPÍTULO (SEGÚN AGENDA)</a:t>
            </a:r>
            <a:endParaRPr lang="es-PE"/>
          </a:p>
        </p:txBody>
      </p:sp>
      <p:sp>
        <p:nvSpPr>
          <p:cNvPr id="31" name="Marcador de texto 7">
            <a:extLst>
              <a:ext uri="{FF2B5EF4-FFF2-40B4-BE49-F238E27FC236}">
                <a16:creationId xmlns:a16="http://schemas.microsoft.com/office/drawing/2014/main" id="{540611F9-32BD-4BC6-878A-7EED86CA18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6000" y="1030561"/>
            <a:ext cx="117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1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Título</a:t>
            </a:r>
          </a:p>
        </p:txBody>
      </p:sp>
      <p:sp>
        <p:nvSpPr>
          <p:cNvPr id="33" name="Marcador de texto 7">
            <a:extLst>
              <a:ext uri="{FF2B5EF4-FFF2-40B4-BE49-F238E27FC236}">
                <a16:creationId xmlns:a16="http://schemas.microsoft.com/office/drawing/2014/main" id="{41BAFBF2-17B0-473F-B75A-CE0300FAD7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6000" y="1259041"/>
            <a:ext cx="11700000" cy="215444"/>
          </a:xfrm>
          <a:prstGeom prst="rect">
            <a:avLst/>
          </a:prstGeom>
          <a:ln cap="sq">
            <a:noFill/>
            <a:miter lim="800000"/>
          </a:ln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latin typeface="+mn-lt"/>
              </a:defRPr>
            </a:lvl1pPr>
            <a:lvl2pPr marL="144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288000" indent="-144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 sz="1400">
                <a:latin typeface="+mn-lt"/>
              </a:defRPr>
            </a:lvl3pPr>
            <a:lvl4pPr marL="432000" indent="-144000">
              <a:buClrTx/>
              <a:defRPr sz="1400">
                <a:latin typeface="+mn-lt"/>
              </a:defRPr>
            </a:lvl4pPr>
          </a:lstStyle>
          <a:p>
            <a:pPr lvl="0"/>
            <a:r>
              <a:rPr lang="es-ES"/>
              <a:t>Subtítulo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1D9670-5457-4191-A16B-0CC4CE62AB5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C1E4C81D-15DF-B381-8D5B-485ABE91FCF1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584760E-FEB7-F0C4-E438-DCFE35AE0020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71A3E185-8C1D-9346-E6D0-F5A2CC781814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11" name="Rectángulo: esquinas diagonales redondeadas 10">
                <a:extLst>
                  <a:ext uri="{FF2B5EF4-FFF2-40B4-BE49-F238E27FC236}">
                    <a16:creationId xmlns:a16="http://schemas.microsoft.com/office/drawing/2014/main" id="{898A3495-D99D-A392-03C4-7697DDBFF56B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Rectángulo: esquinas diagonales redondeadas 11">
                <a:extLst>
                  <a:ext uri="{FF2B5EF4-FFF2-40B4-BE49-F238E27FC236}">
                    <a16:creationId xmlns:a16="http://schemas.microsoft.com/office/drawing/2014/main" id="{A8432425-D421-95A7-8A37-763213ED4048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ángulo: esquinas diagonales redondeadas 12">
                <a:extLst>
                  <a:ext uri="{FF2B5EF4-FFF2-40B4-BE49-F238E27FC236}">
                    <a16:creationId xmlns:a16="http://schemas.microsoft.com/office/drawing/2014/main" id="{BFBD7798-50FE-2A39-AB04-0C5779C86159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ángulo: esquinas diagonales redondeadas 13">
                <a:extLst>
                  <a:ext uri="{FF2B5EF4-FFF2-40B4-BE49-F238E27FC236}">
                    <a16:creationId xmlns:a16="http://schemas.microsoft.com/office/drawing/2014/main" id="{BB7EEE41-0D89-AD11-5DE6-556606EBB54E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" name="Rectángulo: esquinas diagonales redondeadas 14">
                <a:extLst>
                  <a:ext uri="{FF2B5EF4-FFF2-40B4-BE49-F238E27FC236}">
                    <a16:creationId xmlns:a16="http://schemas.microsoft.com/office/drawing/2014/main" id="{00CD78E4-4BB8-410B-2D01-94F9511AD53C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25467C8-2102-E1CE-79C4-EE9C257C2868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3924E8AC-7044-4463-C922-7BD39D65C0D0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B205D23B-263D-149F-A01C-72752316A3B5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4138219C-7A64-F3FC-82EB-104E824CE916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24" name="Rectángulo: esquinas diagonales redondeadas 23">
                  <a:extLst>
                    <a:ext uri="{FF2B5EF4-FFF2-40B4-BE49-F238E27FC236}">
                      <a16:creationId xmlns:a16="http://schemas.microsoft.com/office/drawing/2014/main" id="{0BC7C4A7-3399-D701-1717-1D3E9AF876C7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ángulo: esquinas diagonales redondeadas 26">
                  <a:extLst>
                    <a:ext uri="{FF2B5EF4-FFF2-40B4-BE49-F238E27FC236}">
                      <a16:creationId xmlns:a16="http://schemas.microsoft.com/office/drawing/2014/main" id="{EA2F1E10-BAD9-ADFD-DF99-064EDE2B7F7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Rectángulo: esquinas diagonales redondeadas 27">
                  <a:extLst>
                    <a:ext uri="{FF2B5EF4-FFF2-40B4-BE49-F238E27FC236}">
                      <a16:creationId xmlns:a16="http://schemas.microsoft.com/office/drawing/2014/main" id="{1ED3D2E4-B587-1542-2345-3AC768181C92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Rectángulo: esquinas diagonales redondeadas 28">
                  <a:extLst>
                    <a:ext uri="{FF2B5EF4-FFF2-40B4-BE49-F238E27FC236}">
                      <a16:creationId xmlns:a16="http://schemas.microsoft.com/office/drawing/2014/main" id="{73375B48-A4D4-C9D9-E962-0FDDFC5D190E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Rectángulo: esquinas diagonales redondeadas 29">
                  <a:extLst>
                    <a:ext uri="{FF2B5EF4-FFF2-40B4-BE49-F238E27FC236}">
                      <a16:creationId xmlns:a16="http://schemas.microsoft.com/office/drawing/2014/main" id="{D3B473A9-B98D-372D-9A7A-573C1FE1D33D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8" name="Rectángulo: esquinas diagonales redondeadas 17">
              <a:extLst>
                <a:ext uri="{FF2B5EF4-FFF2-40B4-BE49-F238E27FC236}">
                  <a16:creationId xmlns:a16="http://schemas.microsoft.com/office/drawing/2014/main" id="{890DBC3C-E6C6-4193-E0DA-12B51164DB37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D4671C88-4F3E-E243-A621-273FDBE80BCC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FB59DB8A-741C-B73C-ED59-51B1FB113582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2897E67E-3AB9-0A90-BBFA-D3B82127EC99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36" name="Rectángulo: esquinas diagonales redondeadas 35">
                <a:extLst>
                  <a:ext uri="{FF2B5EF4-FFF2-40B4-BE49-F238E27FC236}">
                    <a16:creationId xmlns:a16="http://schemas.microsoft.com/office/drawing/2014/main" id="{2B2B97CD-9C34-C3D5-3F11-90E95FDF9486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ángulo: esquinas diagonales redondeadas 36">
                <a:extLst>
                  <a:ext uri="{FF2B5EF4-FFF2-40B4-BE49-F238E27FC236}">
                    <a16:creationId xmlns:a16="http://schemas.microsoft.com/office/drawing/2014/main" id="{D0E0B5B4-A995-BBE5-3E4B-6A089716D799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ángulo: esquinas diagonales redondeadas 37">
                <a:extLst>
                  <a:ext uri="{FF2B5EF4-FFF2-40B4-BE49-F238E27FC236}">
                    <a16:creationId xmlns:a16="http://schemas.microsoft.com/office/drawing/2014/main" id="{B820BCA5-ED38-B555-BD77-CA853F9FBCF0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ángulo: esquinas diagonales redondeadas 38">
                <a:extLst>
                  <a:ext uri="{FF2B5EF4-FFF2-40B4-BE49-F238E27FC236}">
                    <a16:creationId xmlns:a16="http://schemas.microsoft.com/office/drawing/2014/main" id="{5BCE079D-7BF3-620C-605A-5407FD42681A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ángulo: esquinas diagonales redondeadas 39">
                <a:extLst>
                  <a:ext uri="{FF2B5EF4-FFF2-40B4-BE49-F238E27FC236}">
                    <a16:creationId xmlns:a16="http://schemas.microsoft.com/office/drawing/2014/main" id="{FCEB2FCC-E747-E2B1-6AE1-B95C3B11FCF6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275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óximos pasos/Conclusio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08053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776AD8F8-3E5C-4D77-B3F7-CBA569656B1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>
            <a:noFill/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2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7" name="Copyright" hidden="1"/>
          <p:cNvSpPr txBox="1"/>
          <p:nvPr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Copyright © 2017 by The Boston Consulting Group, Inc. All rights reserved.</a:t>
            </a:r>
          </a:p>
        </p:txBody>
      </p:sp>
      <p:sp>
        <p:nvSpPr>
          <p:cNvPr id="6" name="FooterSimple" hidden="1"/>
          <p:cNvSpPr txBox="1"/>
          <p:nvPr>
            <p:custDataLst>
              <p:tags r:id="rId3"/>
            </p:custDataLst>
          </p:nvPr>
        </p:nvSpPr>
        <p:spPr>
          <a:xfrm rot="16200000">
            <a:off x="10561320" y="5117885"/>
            <a:ext cx="2743200" cy="9695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20171215 _CC_Steerco I v29.pptx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257831-0FCC-4AC8-D238-2DB6AAE607D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3F415005-7819-D8F4-A892-2C57F3DFBB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7598" y="398860"/>
            <a:ext cx="9554652" cy="4154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3000" b="1" i="0" u="none" spc="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 indent="0">
              <a:spcAft>
                <a:spcPts val="0"/>
              </a:spcAft>
            </a:pPr>
            <a:r>
              <a:rPr lang="en-US" err="1"/>
              <a:t>Próximos</a:t>
            </a:r>
            <a:r>
              <a:rPr lang="en-US"/>
              <a:t> pasos/</a:t>
            </a:r>
            <a:r>
              <a:rPr lang="en-US" err="1"/>
              <a:t>Conclusiones</a:t>
            </a:r>
            <a:endParaRPr lang="en-US"/>
          </a:p>
        </p:txBody>
      </p:sp>
      <p:sp>
        <p:nvSpPr>
          <p:cNvPr id="9" name="Marcador de texto 29">
            <a:extLst>
              <a:ext uri="{FF2B5EF4-FFF2-40B4-BE49-F238E27FC236}">
                <a16:creationId xmlns:a16="http://schemas.microsoft.com/office/drawing/2014/main" id="{D53D3134-E6BE-9A54-F089-747DA110B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7598" y="122220"/>
            <a:ext cx="9554652" cy="21897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s-ES"/>
              <a:t>NOMBRE DE LA PRESENTACIÓN</a:t>
            </a:r>
            <a:endParaRPr lang="es-PE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F71916F3-E6B3-2E91-ECBD-FDAE74FC80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7598" y="1030560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1</a:t>
            </a:r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CE0CC896-6516-7E4E-C685-4D466D3716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37597" y="1030560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lvl="0"/>
            <a:r>
              <a:rPr lang="es-ES"/>
              <a:t>Idea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D675F731-97B6-3EDB-67F5-D5958F87CC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37597" y="1386471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13" name="Marcador de texto 7">
            <a:extLst>
              <a:ext uri="{FF2B5EF4-FFF2-40B4-BE49-F238E27FC236}">
                <a16:creationId xmlns:a16="http://schemas.microsoft.com/office/drawing/2014/main" id="{5042FA45-2E3B-C1C6-488E-495F1BB3AA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598" y="1778545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2</a:t>
            </a:r>
          </a:p>
        </p:txBody>
      </p:sp>
      <p:sp>
        <p:nvSpPr>
          <p:cNvPr id="14" name="Marcador de texto 7">
            <a:extLst>
              <a:ext uri="{FF2B5EF4-FFF2-40B4-BE49-F238E27FC236}">
                <a16:creationId xmlns:a16="http://schemas.microsoft.com/office/drawing/2014/main" id="{0F48FEA0-6487-12DC-4FEA-F64F0F5777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598" y="2532856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3</a:t>
            </a:r>
          </a:p>
        </p:txBody>
      </p:sp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8EE154B4-31EB-037F-1070-1B5403F77B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7598" y="3287168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4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D26AFC0-F0C1-20AE-152E-DB557DC79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37597" y="1778546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F28B30AD-86F4-2FDF-EF7F-7F16EE21A1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37597" y="2134456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54A5BA6-B720-8797-E2D0-473D6299DF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37597" y="2532857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7A7C878C-221E-13DB-2793-5528C6640E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37597" y="2888767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66572B66-999B-2E23-81D1-271A2F275B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597" y="3287169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21" name="Marcador de texto 6">
            <a:extLst>
              <a:ext uri="{FF2B5EF4-FFF2-40B4-BE49-F238E27FC236}">
                <a16:creationId xmlns:a16="http://schemas.microsoft.com/office/drawing/2014/main" id="{B9EE5F67-9061-B993-21BB-2CA3798F81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37597" y="3643079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3EA5971-BE03-3875-96C5-EFCEA68724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251" y="6227878"/>
            <a:ext cx="1045858" cy="554945"/>
          </a:xfrm>
          <a:prstGeom prst="rect">
            <a:avLst/>
          </a:prstGeom>
        </p:spPr>
      </p:pic>
      <p:sp>
        <p:nvSpPr>
          <p:cNvPr id="23" name="object 2">
            <a:extLst>
              <a:ext uri="{FF2B5EF4-FFF2-40B4-BE49-F238E27FC236}">
                <a16:creationId xmlns:a16="http://schemas.microsoft.com/office/drawing/2014/main" id="{00B3CE30-DDAE-098F-857C-3DA30C8E9179}"/>
              </a:ext>
            </a:extLst>
          </p:cNvPr>
          <p:cNvSpPr/>
          <p:nvPr userDrawn="1"/>
        </p:nvSpPr>
        <p:spPr>
          <a:xfrm>
            <a:off x="0" y="0"/>
            <a:ext cx="673891" cy="6850278"/>
          </a:xfrm>
          <a:prstGeom prst="rect">
            <a:avLst/>
          </a:prstGeom>
          <a:solidFill>
            <a:srgbClr val="E6281E"/>
          </a:solidFill>
        </p:spPr>
        <p:txBody>
          <a:bodyPr wrap="square" lIns="0" tIns="0" rIns="0" bIns="0" rtlCol="0"/>
          <a:lstStyle/>
          <a:p>
            <a:pPr marL="12700" marR="5080" indent="-635">
              <a:lnSpc>
                <a:spcPts val="1900"/>
              </a:lnSpc>
              <a:spcBef>
                <a:spcPts val="180"/>
              </a:spcBef>
            </a:pPr>
            <a:endParaRPr lang="es-PE" sz="1800">
              <a:solidFill>
                <a:srgbClr val="E6281E"/>
              </a:solidFill>
              <a:latin typeface="BRSonoma-Regular"/>
              <a:cs typeface="BRSonoma-Regular"/>
            </a:endParaRPr>
          </a:p>
        </p:txBody>
      </p:sp>
      <p:sp>
        <p:nvSpPr>
          <p:cNvPr id="24" name="Marcador de texto 7">
            <a:extLst>
              <a:ext uri="{FF2B5EF4-FFF2-40B4-BE49-F238E27FC236}">
                <a16:creationId xmlns:a16="http://schemas.microsoft.com/office/drawing/2014/main" id="{963278DB-8E7D-AEA7-782B-AF29FB651F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598" y="4075769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5</a:t>
            </a:r>
          </a:p>
        </p:txBody>
      </p:sp>
      <p:sp>
        <p:nvSpPr>
          <p:cNvPr id="25" name="Marcador de texto 7">
            <a:extLst>
              <a:ext uri="{FF2B5EF4-FFF2-40B4-BE49-F238E27FC236}">
                <a16:creationId xmlns:a16="http://schemas.microsoft.com/office/drawing/2014/main" id="{529D0F4C-1A1A-887C-B250-BABF4B8C76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598" y="4830081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6</a:t>
            </a:r>
          </a:p>
        </p:txBody>
      </p:sp>
      <p:sp>
        <p:nvSpPr>
          <p:cNvPr id="37" name="Marcador de texto 6">
            <a:extLst>
              <a:ext uri="{FF2B5EF4-FFF2-40B4-BE49-F238E27FC236}">
                <a16:creationId xmlns:a16="http://schemas.microsoft.com/office/drawing/2014/main" id="{DEA8FDDA-9083-DC56-C422-E0313DBA2D6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37597" y="4075770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38" name="Marcador de texto 6">
            <a:extLst>
              <a:ext uri="{FF2B5EF4-FFF2-40B4-BE49-F238E27FC236}">
                <a16:creationId xmlns:a16="http://schemas.microsoft.com/office/drawing/2014/main" id="{D7D72395-46AD-6A01-862E-7FD375DD91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37597" y="4431680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40" name="Marcador de texto 6">
            <a:extLst>
              <a:ext uri="{FF2B5EF4-FFF2-40B4-BE49-F238E27FC236}">
                <a16:creationId xmlns:a16="http://schemas.microsoft.com/office/drawing/2014/main" id="{62B5E28C-C978-F58C-40B8-6CFC3B3A0A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37597" y="4830082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41" name="Marcador de texto 6">
            <a:extLst>
              <a:ext uri="{FF2B5EF4-FFF2-40B4-BE49-F238E27FC236}">
                <a16:creationId xmlns:a16="http://schemas.microsoft.com/office/drawing/2014/main" id="{96D4A845-7D28-F814-DAC5-14FF1C1B91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37597" y="5185992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42" name="Marcador de texto 7">
            <a:extLst>
              <a:ext uri="{FF2B5EF4-FFF2-40B4-BE49-F238E27FC236}">
                <a16:creationId xmlns:a16="http://schemas.microsoft.com/office/drawing/2014/main" id="{4A05E173-CFC6-E111-4B72-07707B38F46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7598" y="5571074"/>
            <a:ext cx="540000" cy="574882"/>
          </a:xfrm>
          <a:prstGeom prst="rect">
            <a:avLst/>
          </a:prstGeom>
          <a:ln cap="sq">
            <a:noFill/>
            <a:miter lim="800000"/>
          </a:ln>
        </p:spPr>
        <p:txBody>
          <a:bodyPr wrap="square" lIns="0" tIns="0" rIns="0" bIns="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4000" b="1">
                <a:solidFill>
                  <a:srgbClr val="E6281E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lvl2pPr>
            <a:lvl3pPr marL="341313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Trebuchet MS" panose="020B0603020202020204" pitchFamily="34" charset="0"/>
              <a:buChar char="−"/>
              <a:defRPr/>
            </a:lvl3pPr>
          </a:lstStyle>
          <a:p>
            <a:pPr lvl="0"/>
            <a:r>
              <a:rPr lang="es-ES"/>
              <a:t>7</a:t>
            </a:r>
          </a:p>
        </p:txBody>
      </p:sp>
      <p:sp>
        <p:nvSpPr>
          <p:cNvPr id="43" name="Marcador de texto 6">
            <a:extLst>
              <a:ext uri="{FF2B5EF4-FFF2-40B4-BE49-F238E27FC236}">
                <a16:creationId xmlns:a16="http://schemas.microsoft.com/office/drawing/2014/main" id="{CE543EC8-EACC-F45D-B325-983AB7284D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597" y="5571075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s-ES" sz="1400" b="1" smtClean="0">
                <a:solidFill>
                  <a:srgbClr val="E6281E"/>
                </a:solidFill>
              </a:defRPr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Idea</a:t>
            </a:r>
          </a:p>
        </p:txBody>
      </p:sp>
      <p:sp>
        <p:nvSpPr>
          <p:cNvPr id="44" name="Marcador de texto 6">
            <a:extLst>
              <a:ext uri="{FF2B5EF4-FFF2-40B4-BE49-F238E27FC236}">
                <a16:creationId xmlns:a16="http://schemas.microsoft.com/office/drawing/2014/main" id="{E79D9B49-B39C-E51B-038F-2534C3EA6E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637597" y="5926985"/>
            <a:ext cx="8834653" cy="218971"/>
          </a:xfr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 sz="1400" b="0" i="0" smtClean="0"/>
            </a:lvl1pPr>
            <a:lvl2pPr>
              <a:defRPr lang="es-ES" sz="1800" smtClean="0"/>
            </a:lvl2pPr>
            <a:lvl3pPr>
              <a:defRPr lang="es-ES" sz="1800" smtClean="0"/>
            </a:lvl3pPr>
            <a:lvl4pPr>
              <a:defRPr lang="es-ES" sz="1800" smtClean="0">
                <a:solidFill>
                  <a:schemeClr val="tx1"/>
                </a:solidFill>
                <a:latin typeface="+mn-lt"/>
              </a:defRPr>
            </a:lvl4pPr>
            <a:lvl5pPr>
              <a:defRPr lang="es-PE" sz="180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/>
              <a:t>Detalle</a:t>
            </a:r>
            <a:endParaRPr lang="es-PE" kern="0"/>
          </a:p>
        </p:txBody>
      </p:sp>
      <p:sp>
        <p:nvSpPr>
          <p:cNvPr id="45" name="Marcador de texto 22">
            <a:extLst>
              <a:ext uri="{FF2B5EF4-FFF2-40B4-BE49-F238E27FC236}">
                <a16:creationId xmlns:a16="http://schemas.microsoft.com/office/drawing/2014/main" id="{9A9D5AEF-524C-4543-0398-C55DA44E9C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2020" y="6434873"/>
            <a:ext cx="9043980" cy="172035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ES"/>
              <a:t>Notas: 1/ Primera nota; 2/ Segunda nota. Fuente: Equipo de Estrategia de Inversiones.</a:t>
            </a: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31AA3BF3-C09E-C14D-1021-D0BE88F7F6FA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2AF08DFF-A62E-A7D8-8D25-919B362921E7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F59F3A60-CABD-00C7-467E-065AD87B0302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72" name="Rectángulo: esquinas diagonales redondeadas 71">
                <a:extLst>
                  <a:ext uri="{FF2B5EF4-FFF2-40B4-BE49-F238E27FC236}">
                    <a16:creationId xmlns:a16="http://schemas.microsoft.com/office/drawing/2014/main" id="{92B32395-0C50-3B4D-B32F-1A3CE55B8A1C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3" name="Rectángulo: esquinas diagonales redondeadas 72">
                <a:extLst>
                  <a:ext uri="{FF2B5EF4-FFF2-40B4-BE49-F238E27FC236}">
                    <a16:creationId xmlns:a16="http://schemas.microsoft.com/office/drawing/2014/main" id="{D2952B77-486C-FF98-CCB9-B16CFBE6893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tángulo: esquinas diagonales redondeadas 73">
                <a:extLst>
                  <a:ext uri="{FF2B5EF4-FFF2-40B4-BE49-F238E27FC236}">
                    <a16:creationId xmlns:a16="http://schemas.microsoft.com/office/drawing/2014/main" id="{F5F303E1-02D6-9EB0-D34F-9F3ED87124AE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ángulo: esquinas diagonales redondeadas 74">
                <a:extLst>
                  <a:ext uri="{FF2B5EF4-FFF2-40B4-BE49-F238E27FC236}">
                    <a16:creationId xmlns:a16="http://schemas.microsoft.com/office/drawing/2014/main" id="{7823670D-7199-ABE9-0324-6869DBD67634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ángulo: esquinas diagonales redondeadas 75">
                <a:extLst>
                  <a:ext uri="{FF2B5EF4-FFF2-40B4-BE49-F238E27FC236}">
                    <a16:creationId xmlns:a16="http://schemas.microsoft.com/office/drawing/2014/main" id="{ADBDA13D-B882-EC68-46B3-44DD3057866C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7EE0C901-D33B-B06E-4BB1-A6C9469692D0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8DC08348-771B-D1C0-3B43-557A99F28B02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80" name="Rectángulo 79">
                <a:extLst>
                  <a:ext uri="{FF2B5EF4-FFF2-40B4-BE49-F238E27FC236}">
                    <a16:creationId xmlns:a16="http://schemas.microsoft.com/office/drawing/2014/main" id="{9FA3657F-9901-4222-09EA-41E60F194A61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2D0B27A9-BE0E-3CDD-3D4F-ED2864592F18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82" name="Rectángulo: esquinas diagonales redondeadas 81">
                  <a:extLst>
                    <a:ext uri="{FF2B5EF4-FFF2-40B4-BE49-F238E27FC236}">
                      <a16:creationId xmlns:a16="http://schemas.microsoft.com/office/drawing/2014/main" id="{3D897D01-21B6-3178-A400-37B1FE994B00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" name="Rectángulo: esquinas diagonales redondeadas 82">
                  <a:extLst>
                    <a:ext uri="{FF2B5EF4-FFF2-40B4-BE49-F238E27FC236}">
                      <a16:creationId xmlns:a16="http://schemas.microsoft.com/office/drawing/2014/main" id="{C60C0DBC-7F60-A25B-2CAE-5CB0FFF576F5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Rectángulo: esquinas diagonales redondeadas 83">
                  <a:extLst>
                    <a:ext uri="{FF2B5EF4-FFF2-40B4-BE49-F238E27FC236}">
                      <a16:creationId xmlns:a16="http://schemas.microsoft.com/office/drawing/2014/main" id="{C6F5E1A6-3730-ED79-40DB-CE2CE5EA585D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Rectángulo: esquinas diagonales redondeadas 84">
                  <a:extLst>
                    <a:ext uri="{FF2B5EF4-FFF2-40B4-BE49-F238E27FC236}">
                      <a16:creationId xmlns:a16="http://schemas.microsoft.com/office/drawing/2014/main" id="{76389584-A8D5-82D7-ABFA-EBFC4DEBC2DD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Rectángulo: esquinas diagonales redondeadas 85">
                  <a:extLst>
                    <a:ext uri="{FF2B5EF4-FFF2-40B4-BE49-F238E27FC236}">
                      <a16:creationId xmlns:a16="http://schemas.microsoft.com/office/drawing/2014/main" id="{2FCFE6EC-2ED4-9A2C-26CD-6AD0F2656019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79" name="Rectángulo: esquinas diagonales redondeadas 78">
              <a:extLst>
                <a:ext uri="{FF2B5EF4-FFF2-40B4-BE49-F238E27FC236}">
                  <a16:creationId xmlns:a16="http://schemas.microsoft.com/office/drawing/2014/main" id="{B60DAE13-CB4A-E27E-8DBB-7644378F74D3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D178D52E-3690-51E6-8455-6E1F8219E896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21E19CD9-DF71-65CD-525B-A85575ED43F8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440AA4CF-B8E3-3CA9-DD1A-CCD6EEE9D6AF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90" name="Rectángulo: esquinas diagonales redondeadas 89">
                <a:extLst>
                  <a:ext uri="{FF2B5EF4-FFF2-40B4-BE49-F238E27FC236}">
                    <a16:creationId xmlns:a16="http://schemas.microsoft.com/office/drawing/2014/main" id="{2F117F66-8C7B-3C98-A792-19E8620B147D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1" name="Rectángulo: esquinas diagonales redondeadas 90">
                <a:extLst>
                  <a:ext uri="{FF2B5EF4-FFF2-40B4-BE49-F238E27FC236}">
                    <a16:creationId xmlns:a16="http://schemas.microsoft.com/office/drawing/2014/main" id="{575DCAC7-DF63-51C8-F14E-C2201D6DF1B7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2" name="Rectángulo: esquinas diagonales redondeadas 91">
                <a:extLst>
                  <a:ext uri="{FF2B5EF4-FFF2-40B4-BE49-F238E27FC236}">
                    <a16:creationId xmlns:a16="http://schemas.microsoft.com/office/drawing/2014/main" id="{6EA6194E-4EE7-2A3A-7456-252BA52C59A5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3" name="Rectángulo: esquinas diagonales redondeadas 92">
                <a:extLst>
                  <a:ext uri="{FF2B5EF4-FFF2-40B4-BE49-F238E27FC236}">
                    <a16:creationId xmlns:a16="http://schemas.microsoft.com/office/drawing/2014/main" id="{EFC84A27-B583-63AA-ADEB-3BBF04AA7CCC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94" name="Rectángulo: esquinas diagonales redondeadas 93">
                <a:extLst>
                  <a:ext uri="{FF2B5EF4-FFF2-40B4-BE49-F238E27FC236}">
                    <a16:creationId xmlns:a16="http://schemas.microsoft.com/office/drawing/2014/main" id="{15357D62-D8DD-6D47-0C80-891C122B6B66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884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101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5F2DA5BD-49F2-AD65-3D0E-D2F3D6B737EB}"/>
              </a:ext>
            </a:extLst>
          </p:cNvPr>
          <p:cNvSpPr/>
          <p:nvPr userDrawn="1"/>
        </p:nvSpPr>
        <p:spPr>
          <a:xfrm>
            <a:off x="0" y="0"/>
            <a:ext cx="12192000" cy="68502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12700" marR="5080" indent="-635">
              <a:lnSpc>
                <a:spcPts val="1900"/>
              </a:lnSpc>
              <a:spcBef>
                <a:spcPts val="180"/>
              </a:spcBef>
            </a:pPr>
            <a:endParaRPr lang="es-PE" sz="1800">
              <a:latin typeface="BRSonoma-Regular"/>
              <a:cs typeface="BRSonoma-Regular"/>
            </a:endParaRPr>
          </a:p>
        </p:txBody>
      </p:sp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6CFBD6E0-3089-42D1-89D4-3F16BE7E5E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3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C420372-E32B-B1BB-C033-358B7DCE3DFB}"/>
              </a:ext>
            </a:extLst>
          </p:cNvPr>
          <p:cNvSpPr txBox="1"/>
          <p:nvPr userDrawn="1"/>
        </p:nvSpPr>
        <p:spPr>
          <a:xfrm>
            <a:off x="392884" y="418437"/>
            <a:ext cx="10496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solidFill>
                  <a:srgbClr val="FFFFFF"/>
                </a:solidFill>
                <a:latin typeface="BRSonoma-Regular"/>
                <a:cs typeface="BRSonoma-Regular"/>
              </a:rPr>
              <a:t>ri</a:t>
            </a:r>
            <a:r>
              <a:rPr sz="1600" spc="-10">
                <a:solidFill>
                  <a:srgbClr val="FFFFFF"/>
                </a:solidFill>
                <a:latin typeface="BRSonoma-Regular"/>
                <a:cs typeface="BRSonoma-Regular"/>
              </a:rPr>
              <a:t>m</a:t>
            </a:r>
            <a:r>
              <a:rPr sz="1600" spc="5">
                <a:solidFill>
                  <a:srgbClr val="FFFFFF"/>
                </a:solidFill>
                <a:latin typeface="BRSonoma-Regular"/>
                <a:cs typeface="BRSonoma-Regular"/>
              </a:rPr>
              <a:t>a</a:t>
            </a:r>
            <a:r>
              <a:rPr sz="1600" spc="-35">
                <a:solidFill>
                  <a:srgbClr val="FFFFFF"/>
                </a:solidFill>
                <a:latin typeface="BRSonoma-Regular"/>
                <a:cs typeface="BRSonoma-Regular"/>
              </a:rPr>
              <a:t>c</a:t>
            </a:r>
            <a:r>
              <a:rPr sz="1600" spc="-40">
                <a:solidFill>
                  <a:srgbClr val="FFFFFF"/>
                </a:solidFill>
                <a:latin typeface="BRSonoma-Regular"/>
                <a:cs typeface="BRSonoma-Regular"/>
              </a:rPr>
              <a:t>.</a:t>
            </a:r>
            <a:r>
              <a:rPr sz="1600" spc="-10">
                <a:solidFill>
                  <a:srgbClr val="FFFFFF"/>
                </a:solidFill>
                <a:latin typeface="BRSonoma-Regular"/>
                <a:cs typeface="BRSonoma-Regular"/>
              </a:rPr>
              <a:t>c</a:t>
            </a:r>
            <a:r>
              <a:rPr sz="1600">
                <a:solidFill>
                  <a:srgbClr val="FFFFFF"/>
                </a:solidFill>
                <a:latin typeface="BRSonoma-Regular"/>
                <a:cs typeface="BRSonoma-Regular"/>
              </a:rPr>
              <a:t>om</a:t>
            </a:r>
            <a:endParaRPr sz="1600">
              <a:latin typeface="BRSonoma-Regular"/>
              <a:cs typeface="BRSonoma-Regular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48D0BD1-6F2C-B038-224E-D280C8966A68}"/>
              </a:ext>
            </a:extLst>
          </p:cNvPr>
          <p:cNvSpPr/>
          <p:nvPr userDrawn="1"/>
        </p:nvSpPr>
        <p:spPr>
          <a:xfrm>
            <a:off x="421251" y="6290336"/>
            <a:ext cx="628015" cy="271145"/>
          </a:xfrm>
          <a:custGeom>
            <a:avLst/>
            <a:gdLst/>
            <a:ahLst/>
            <a:cxnLst/>
            <a:rect l="l" t="t" r="r" b="b"/>
            <a:pathLst>
              <a:path w="628015" h="271145">
                <a:moveTo>
                  <a:pt x="600951" y="0"/>
                </a:moveTo>
                <a:lnTo>
                  <a:pt x="383908" y="0"/>
                </a:lnTo>
                <a:lnTo>
                  <a:pt x="373394" y="2122"/>
                </a:lnTo>
                <a:lnTo>
                  <a:pt x="364812" y="7910"/>
                </a:lnTo>
                <a:lnTo>
                  <a:pt x="359028" y="16496"/>
                </a:lnTo>
                <a:lnTo>
                  <a:pt x="356908" y="27012"/>
                </a:lnTo>
                <a:lnTo>
                  <a:pt x="356908" y="244055"/>
                </a:lnTo>
                <a:lnTo>
                  <a:pt x="359028" y="254572"/>
                </a:lnTo>
                <a:lnTo>
                  <a:pt x="364812" y="263158"/>
                </a:lnTo>
                <a:lnTo>
                  <a:pt x="373394" y="268946"/>
                </a:lnTo>
                <a:lnTo>
                  <a:pt x="383908" y="271068"/>
                </a:lnTo>
                <a:lnTo>
                  <a:pt x="600951" y="271068"/>
                </a:lnTo>
                <a:lnTo>
                  <a:pt x="611467" y="268946"/>
                </a:lnTo>
                <a:lnTo>
                  <a:pt x="620053" y="263158"/>
                </a:lnTo>
                <a:lnTo>
                  <a:pt x="625841" y="254572"/>
                </a:lnTo>
                <a:lnTo>
                  <a:pt x="627964" y="244055"/>
                </a:lnTo>
                <a:lnTo>
                  <a:pt x="384009" y="244055"/>
                </a:lnTo>
                <a:lnTo>
                  <a:pt x="383908" y="27114"/>
                </a:lnTo>
                <a:lnTo>
                  <a:pt x="627964" y="27114"/>
                </a:lnTo>
                <a:lnTo>
                  <a:pt x="625841" y="16496"/>
                </a:lnTo>
                <a:lnTo>
                  <a:pt x="620053" y="7910"/>
                </a:lnTo>
                <a:lnTo>
                  <a:pt x="611467" y="2122"/>
                </a:lnTo>
                <a:lnTo>
                  <a:pt x="600951" y="0"/>
                </a:lnTo>
                <a:close/>
              </a:path>
              <a:path w="628015" h="271145">
                <a:moveTo>
                  <a:pt x="627964" y="27114"/>
                </a:moveTo>
                <a:lnTo>
                  <a:pt x="600849" y="27114"/>
                </a:lnTo>
                <a:lnTo>
                  <a:pt x="600951" y="243954"/>
                </a:lnTo>
                <a:lnTo>
                  <a:pt x="384009" y="244055"/>
                </a:lnTo>
                <a:lnTo>
                  <a:pt x="627964" y="244055"/>
                </a:lnTo>
                <a:lnTo>
                  <a:pt x="627964" y="27114"/>
                </a:lnTo>
                <a:close/>
              </a:path>
              <a:path w="628015" h="271145">
                <a:moveTo>
                  <a:pt x="492429" y="67767"/>
                </a:moveTo>
                <a:lnTo>
                  <a:pt x="466057" y="73092"/>
                </a:lnTo>
                <a:lnTo>
                  <a:pt x="444515" y="87615"/>
                </a:lnTo>
                <a:lnTo>
                  <a:pt x="429989" y="109156"/>
                </a:lnTo>
                <a:lnTo>
                  <a:pt x="424662" y="135534"/>
                </a:lnTo>
                <a:lnTo>
                  <a:pt x="429989" y="161912"/>
                </a:lnTo>
                <a:lnTo>
                  <a:pt x="444515" y="183453"/>
                </a:lnTo>
                <a:lnTo>
                  <a:pt x="466057" y="197976"/>
                </a:lnTo>
                <a:lnTo>
                  <a:pt x="492429" y="203301"/>
                </a:lnTo>
                <a:lnTo>
                  <a:pt x="518807" y="197976"/>
                </a:lnTo>
                <a:lnTo>
                  <a:pt x="540348" y="183453"/>
                </a:lnTo>
                <a:lnTo>
                  <a:pt x="545238" y="176199"/>
                </a:lnTo>
                <a:lnTo>
                  <a:pt x="492429" y="176199"/>
                </a:lnTo>
                <a:lnTo>
                  <a:pt x="476621" y="172998"/>
                </a:lnTo>
                <a:lnTo>
                  <a:pt x="463697" y="164272"/>
                </a:lnTo>
                <a:lnTo>
                  <a:pt x="454976" y="151344"/>
                </a:lnTo>
                <a:lnTo>
                  <a:pt x="451777" y="135534"/>
                </a:lnTo>
                <a:lnTo>
                  <a:pt x="454976" y="119725"/>
                </a:lnTo>
                <a:lnTo>
                  <a:pt x="463697" y="106802"/>
                </a:lnTo>
                <a:lnTo>
                  <a:pt x="476621" y="98081"/>
                </a:lnTo>
                <a:lnTo>
                  <a:pt x="492429" y="94881"/>
                </a:lnTo>
                <a:lnTo>
                  <a:pt x="545247" y="94881"/>
                </a:lnTo>
                <a:lnTo>
                  <a:pt x="540348" y="87615"/>
                </a:lnTo>
                <a:lnTo>
                  <a:pt x="518807" y="73092"/>
                </a:lnTo>
                <a:lnTo>
                  <a:pt x="492429" y="67767"/>
                </a:lnTo>
                <a:close/>
              </a:path>
              <a:path w="628015" h="271145">
                <a:moveTo>
                  <a:pt x="545247" y="94881"/>
                </a:moveTo>
                <a:lnTo>
                  <a:pt x="492429" y="94881"/>
                </a:lnTo>
                <a:lnTo>
                  <a:pt x="508240" y="98081"/>
                </a:lnTo>
                <a:lnTo>
                  <a:pt x="521168" y="106802"/>
                </a:lnTo>
                <a:lnTo>
                  <a:pt x="529893" y="119725"/>
                </a:lnTo>
                <a:lnTo>
                  <a:pt x="533095" y="135534"/>
                </a:lnTo>
                <a:lnTo>
                  <a:pt x="529893" y="151344"/>
                </a:lnTo>
                <a:lnTo>
                  <a:pt x="521168" y="164272"/>
                </a:lnTo>
                <a:lnTo>
                  <a:pt x="508240" y="172998"/>
                </a:lnTo>
                <a:lnTo>
                  <a:pt x="492429" y="176199"/>
                </a:lnTo>
                <a:lnTo>
                  <a:pt x="545238" y="176199"/>
                </a:lnTo>
                <a:lnTo>
                  <a:pt x="554871" y="161912"/>
                </a:lnTo>
                <a:lnTo>
                  <a:pt x="560197" y="135534"/>
                </a:lnTo>
                <a:lnTo>
                  <a:pt x="554871" y="109156"/>
                </a:lnTo>
                <a:lnTo>
                  <a:pt x="545247" y="94881"/>
                </a:lnTo>
                <a:close/>
              </a:path>
              <a:path w="628015" h="271145">
                <a:moveTo>
                  <a:pt x="567690" y="42418"/>
                </a:moveTo>
                <a:lnTo>
                  <a:pt x="552716" y="42418"/>
                </a:lnTo>
                <a:lnTo>
                  <a:pt x="546646" y="48488"/>
                </a:lnTo>
                <a:lnTo>
                  <a:pt x="546646" y="63461"/>
                </a:lnTo>
                <a:lnTo>
                  <a:pt x="552716" y="69519"/>
                </a:lnTo>
                <a:lnTo>
                  <a:pt x="567690" y="69519"/>
                </a:lnTo>
                <a:lnTo>
                  <a:pt x="573747" y="63461"/>
                </a:lnTo>
                <a:lnTo>
                  <a:pt x="573747" y="48488"/>
                </a:lnTo>
                <a:lnTo>
                  <a:pt x="567690" y="42418"/>
                </a:lnTo>
                <a:close/>
              </a:path>
              <a:path w="628015" h="271145">
                <a:moveTo>
                  <a:pt x="244043" y="0"/>
                </a:moveTo>
                <a:lnTo>
                  <a:pt x="27012" y="0"/>
                </a:lnTo>
                <a:lnTo>
                  <a:pt x="16496" y="2122"/>
                </a:lnTo>
                <a:lnTo>
                  <a:pt x="7910" y="7910"/>
                </a:lnTo>
                <a:lnTo>
                  <a:pt x="2122" y="16496"/>
                </a:lnTo>
                <a:lnTo>
                  <a:pt x="0" y="27012"/>
                </a:lnTo>
                <a:lnTo>
                  <a:pt x="0" y="244055"/>
                </a:lnTo>
                <a:lnTo>
                  <a:pt x="2122" y="254572"/>
                </a:lnTo>
                <a:lnTo>
                  <a:pt x="7910" y="263158"/>
                </a:lnTo>
                <a:lnTo>
                  <a:pt x="16496" y="268946"/>
                </a:lnTo>
                <a:lnTo>
                  <a:pt x="27012" y="271068"/>
                </a:lnTo>
                <a:lnTo>
                  <a:pt x="244043" y="271068"/>
                </a:lnTo>
                <a:lnTo>
                  <a:pt x="254559" y="268946"/>
                </a:lnTo>
                <a:lnTo>
                  <a:pt x="263145" y="263158"/>
                </a:lnTo>
                <a:lnTo>
                  <a:pt x="268933" y="254572"/>
                </a:lnTo>
                <a:lnTo>
                  <a:pt x="271056" y="244055"/>
                </a:lnTo>
                <a:lnTo>
                  <a:pt x="27101" y="244055"/>
                </a:lnTo>
                <a:lnTo>
                  <a:pt x="27012" y="27114"/>
                </a:lnTo>
                <a:lnTo>
                  <a:pt x="271056" y="27114"/>
                </a:lnTo>
                <a:lnTo>
                  <a:pt x="268933" y="16496"/>
                </a:lnTo>
                <a:lnTo>
                  <a:pt x="263145" y="7910"/>
                </a:lnTo>
                <a:lnTo>
                  <a:pt x="254559" y="2122"/>
                </a:lnTo>
                <a:lnTo>
                  <a:pt x="244043" y="0"/>
                </a:lnTo>
                <a:close/>
              </a:path>
              <a:path w="628015" h="271145">
                <a:moveTo>
                  <a:pt x="177253" y="162534"/>
                </a:moveTo>
                <a:lnTo>
                  <a:pt x="149085" y="162534"/>
                </a:lnTo>
                <a:lnTo>
                  <a:pt x="149085" y="244005"/>
                </a:lnTo>
                <a:lnTo>
                  <a:pt x="27101" y="244055"/>
                </a:lnTo>
                <a:lnTo>
                  <a:pt x="271056" y="244055"/>
                </a:lnTo>
                <a:lnTo>
                  <a:pt x="177253" y="243992"/>
                </a:lnTo>
                <a:lnTo>
                  <a:pt x="177253" y="162534"/>
                </a:lnTo>
                <a:close/>
              </a:path>
              <a:path w="628015" h="271145">
                <a:moveTo>
                  <a:pt x="271056" y="27114"/>
                </a:moveTo>
                <a:lnTo>
                  <a:pt x="243954" y="27114"/>
                </a:lnTo>
                <a:lnTo>
                  <a:pt x="244043" y="243954"/>
                </a:lnTo>
                <a:lnTo>
                  <a:pt x="177253" y="243992"/>
                </a:lnTo>
                <a:lnTo>
                  <a:pt x="271056" y="243992"/>
                </a:lnTo>
                <a:lnTo>
                  <a:pt x="271056" y="27114"/>
                </a:lnTo>
                <a:close/>
              </a:path>
              <a:path w="628015" h="271145">
                <a:moveTo>
                  <a:pt x="203288" y="134366"/>
                </a:moveTo>
                <a:lnTo>
                  <a:pt x="121970" y="134366"/>
                </a:lnTo>
                <a:lnTo>
                  <a:pt x="121970" y="162534"/>
                </a:lnTo>
                <a:lnTo>
                  <a:pt x="197180" y="162534"/>
                </a:lnTo>
                <a:lnTo>
                  <a:pt x="203288" y="134366"/>
                </a:lnTo>
                <a:close/>
              </a:path>
              <a:path w="628015" h="271145">
                <a:moveTo>
                  <a:pt x="203288" y="66700"/>
                </a:moveTo>
                <a:lnTo>
                  <a:pt x="176187" y="66700"/>
                </a:lnTo>
                <a:lnTo>
                  <a:pt x="165635" y="68831"/>
                </a:lnTo>
                <a:lnTo>
                  <a:pt x="157021" y="74641"/>
                </a:lnTo>
                <a:lnTo>
                  <a:pt x="151214" y="83256"/>
                </a:lnTo>
                <a:lnTo>
                  <a:pt x="149085" y="93802"/>
                </a:lnTo>
                <a:lnTo>
                  <a:pt x="149085" y="134366"/>
                </a:lnTo>
                <a:lnTo>
                  <a:pt x="177253" y="134366"/>
                </a:lnTo>
                <a:lnTo>
                  <a:pt x="177253" y="95478"/>
                </a:lnTo>
                <a:lnTo>
                  <a:pt x="177863" y="94881"/>
                </a:lnTo>
                <a:lnTo>
                  <a:pt x="203288" y="94881"/>
                </a:lnTo>
                <a:lnTo>
                  <a:pt x="203288" y="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5D240C8-4EB6-EED1-CE2E-7F5A71B8DECD}"/>
              </a:ext>
            </a:extLst>
          </p:cNvPr>
          <p:cNvSpPr/>
          <p:nvPr userDrawn="1"/>
        </p:nvSpPr>
        <p:spPr>
          <a:xfrm>
            <a:off x="1135038" y="6290329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5">
                <a:moveTo>
                  <a:pt x="244068" y="0"/>
                </a:moveTo>
                <a:lnTo>
                  <a:pt x="27012" y="0"/>
                </a:lnTo>
                <a:lnTo>
                  <a:pt x="16502" y="2124"/>
                </a:lnTo>
                <a:lnTo>
                  <a:pt x="7915" y="7915"/>
                </a:lnTo>
                <a:lnTo>
                  <a:pt x="2124" y="16502"/>
                </a:lnTo>
                <a:lnTo>
                  <a:pt x="0" y="27012"/>
                </a:lnTo>
                <a:lnTo>
                  <a:pt x="0" y="244068"/>
                </a:lnTo>
                <a:lnTo>
                  <a:pt x="2124" y="254582"/>
                </a:lnTo>
                <a:lnTo>
                  <a:pt x="7915" y="263164"/>
                </a:lnTo>
                <a:lnTo>
                  <a:pt x="16502" y="268948"/>
                </a:lnTo>
                <a:lnTo>
                  <a:pt x="27012" y="271068"/>
                </a:lnTo>
                <a:lnTo>
                  <a:pt x="244068" y="271068"/>
                </a:lnTo>
                <a:lnTo>
                  <a:pt x="254584" y="268948"/>
                </a:lnTo>
                <a:lnTo>
                  <a:pt x="263170" y="263164"/>
                </a:lnTo>
                <a:lnTo>
                  <a:pt x="268959" y="254582"/>
                </a:lnTo>
                <a:lnTo>
                  <a:pt x="271081" y="244068"/>
                </a:lnTo>
                <a:lnTo>
                  <a:pt x="27114" y="244068"/>
                </a:lnTo>
                <a:lnTo>
                  <a:pt x="27012" y="27114"/>
                </a:lnTo>
                <a:lnTo>
                  <a:pt x="271081" y="27114"/>
                </a:lnTo>
                <a:lnTo>
                  <a:pt x="268959" y="16502"/>
                </a:lnTo>
                <a:lnTo>
                  <a:pt x="263170" y="7915"/>
                </a:lnTo>
                <a:lnTo>
                  <a:pt x="254584" y="2124"/>
                </a:lnTo>
                <a:lnTo>
                  <a:pt x="244068" y="0"/>
                </a:lnTo>
                <a:close/>
              </a:path>
              <a:path w="271144" h="271145">
                <a:moveTo>
                  <a:pt x="271081" y="27114"/>
                </a:moveTo>
                <a:lnTo>
                  <a:pt x="243967" y="27114"/>
                </a:lnTo>
                <a:lnTo>
                  <a:pt x="244068" y="243966"/>
                </a:lnTo>
                <a:lnTo>
                  <a:pt x="27114" y="244068"/>
                </a:lnTo>
                <a:lnTo>
                  <a:pt x="271081" y="244068"/>
                </a:lnTo>
                <a:lnTo>
                  <a:pt x="271081" y="27114"/>
                </a:lnTo>
                <a:close/>
              </a:path>
              <a:path w="271144" h="271145">
                <a:moveTo>
                  <a:pt x="98171" y="113029"/>
                </a:moveTo>
                <a:lnTo>
                  <a:pt x="70904" y="113029"/>
                </a:lnTo>
                <a:lnTo>
                  <a:pt x="70904" y="203314"/>
                </a:lnTo>
                <a:lnTo>
                  <a:pt x="98171" y="203314"/>
                </a:lnTo>
                <a:lnTo>
                  <a:pt x="98171" y="113029"/>
                </a:lnTo>
                <a:close/>
              </a:path>
              <a:path w="271144" h="271145">
                <a:moveTo>
                  <a:pt x="146215" y="113029"/>
                </a:moveTo>
                <a:lnTo>
                  <a:pt x="118948" y="113029"/>
                </a:lnTo>
                <a:lnTo>
                  <a:pt x="118948" y="203314"/>
                </a:lnTo>
                <a:lnTo>
                  <a:pt x="146215" y="203314"/>
                </a:lnTo>
                <a:lnTo>
                  <a:pt x="146215" y="159448"/>
                </a:lnTo>
                <a:lnTo>
                  <a:pt x="147616" y="148888"/>
                </a:lnTo>
                <a:lnTo>
                  <a:pt x="151469" y="141517"/>
                </a:lnTo>
                <a:lnTo>
                  <a:pt x="157252" y="137197"/>
                </a:lnTo>
                <a:lnTo>
                  <a:pt x="164439" y="135788"/>
                </a:lnTo>
                <a:lnTo>
                  <a:pt x="204128" y="135788"/>
                </a:lnTo>
                <a:lnTo>
                  <a:pt x="203998" y="134891"/>
                </a:lnTo>
                <a:lnTo>
                  <a:pt x="197176" y="122250"/>
                </a:lnTo>
                <a:lnTo>
                  <a:pt x="146215" y="122250"/>
                </a:lnTo>
                <a:lnTo>
                  <a:pt x="146215" y="113029"/>
                </a:lnTo>
                <a:close/>
              </a:path>
              <a:path w="271144" h="271145">
                <a:moveTo>
                  <a:pt x="204128" y="135788"/>
                </a:moveTo>
                <a:lnTo>
                  <a:pt x="174193" y="135788"/>
                </a:lnTo>
                <a:lnTo>
                  <a:pt x="179082" y="143370"/>
                </a:lnTo>
                <a:lnTo>
                  <a:pt x="179082" y="203314"/>
                </a:lnTo>
                <a:lnTo>
                  <a:pt x="206349" y="203314"/>
                </a:lnTo>
                <a:lnTo>
                  <a:pt x="206349" y="151142"/>
                </a:lnTo>
                <a:lnTo>
                  <a:pt x="204128" y="135788"/>
                </a:lnTo>
                <a:close/>
              </a:path>
              <a:path w="271144" h="271145">
                <a:moveTo>
                  <a:pt x="171310" y="111048"/>
                </a:moveTo>
                <a:lnTo>
                  <a:pt x="163049" y="111934"/>
                </a:lnTo>
                <a:lnTo>
                  <a:pt x="155990" y="114344"/>
                </a:lnTo>
                <a:lnTo>
                  <a:pt x="150318" y="117906"/>
                </a:lnTo>
                <a:lnTo>
                  <a:pt x="146215" y="122250"/>
                </a:lnTo>
                <a:lnTo>
                  <a:pt x="197176" y="122250"/>
                </a:lnTo>
                <a:lnTo>
                  <a:pt x="186156" y="113984"/>
                </a:lnTo>
                <a:lnTo>
                  <a:pt x="171310" y="111048"/>
                </a:lnTo>
                <a:close/>
              </a:path>
              <a:path w="271144" h="271145">
                <a:moveTo>
                  <a:pt x="94018" y="66827"/>
                </a:moveTo>
                <a:lnTo>
                  <a:pt x="75234" y="66827"/>
                </a:lnTo>
                <a:lnTo>
                  <a:pt x="67487" y="74396"/>
                </a:lnTo>
                <a:lnTo>
                  <a:pt x="67487" y="93179"/>
                </a:lnTo>
                <a:lnTo>
                  <a:pt x="75234" y="100749"/>
                </a:lnTo>
                <a:lnTo>
                  <a:pt x="94018" y="100749"/>
                </a:lnTo>
                <a:lnTo>
                  <a:pt x="101600" y="93179"/>
                </a:lnTo>
                <a:lnTo>
                  <a:pt x="101600" y="74396"/>
                </a:lnTo>
                <a:lnTo>
                  <a:pt x="94018" y="668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0B37AE6-E1FD-19FB-2F35-5B40AA22B7EB}"/>
              </a:ext>
            </a:extLst>
          </p:cNvPr>
          <p:cNvSpPr/>
          <p:nvPr userDrawn="1"/>
        </p:nvSpPr>
        <p:spPr>
          <a:xfrm>
            <a:off x="1491947" y="6290341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5">
                <a:moveTo>
                  <a:pt x="244055" y="0"/>
                </a:moveTo>
                <a:lnTo>
                  <a:pt x="27000" y="0"/>
                </a:lnTo>
                <a:lnTo>
                  <a:pt x="16491" y="2120"/>
                </a:lnTo>
                <a:lnTo>
                  <a:pt x="7908" y="7904"/>
                </a:lnTo>
                <a:lnTo>
                  <a:pt x="2122" y="16485"/>
                </a:lnTo>
                <a:lnTo>
                  <a:pt x="0" y="27000"/>
                </a:lnTo>
                <a:lnTo>
                  <a:pt x="0" y="244055"/>
                </a:lnTo>
                <a:lnTo>
                  <a:pt x="2122" y="254566"/>
                </a:lnTo>
                <a:lnTo>
                  <a:pt x="7908" y="263153"/>
                </a:lnTo>
                <a:lnTo>
                  <a:pt x="16491" y="268944"/>
                </a:lnTo>
                <a:lnTo>
                  <a:pt x="27000" y="271068"/>
                </a:lnTo>
                <a:lnTo>
                  <a:pt x="244055" y="271068"/>
                </a:lnTo>
                <a:lnTo>
                  <a:pt x="254572" y="268944"/>
                </a:lnTo>
                <a:lnTo>
                  <a:pt x="263158" y="263153"/>
                </a:lnTo>
                <a:lnTo>
                  <a:pt x="268946" y="254566"/>
                </a:lnTo>
                <a:lnTo>
                  <a:pt x="271068" y="244055"/>
                </a:lnTo>
                <a:lnTo>
                  <a:pt x="27101" y="244055"/>
                </a:lnTo>
                <a:lnTo>
                  <a:pt x="27000" y="27101"/>
                </a:lnTo>
                <a:lnTo>
                  <a:pt x="271068" y="27101"/>
                </a:lnTo>
                <a:lnTo>
                  <a:pt x="268946" y="16485"/>
                </a:lnTo>
                <a:lnTo>
                  <a:pt x="263158" y="7904"/>
                </a:lnTo>
                <a:lnTo>
                  <a:pt x="254572" y="2120"/>
                </a:lnTo>
                <a:lnTo>
                  <a:pt x="244055" y="0"/>
                </a:lnTo>
                <a:close/>
              </a:path>
              <a:path w="271144" h="271145">
                <a:moveTo>
                  <a:pt x="271068" y="27101"/>
                </a:moveTo>
                <a:lnTo>
                  <a:pt x="243966" y="27101"/>
                </a:lnTo>
                <a:lnTo>
                  <a:pt x="244055" y="243966"/>
                </a:lnTo>
                <a:lnTo>
                  <a:pt x="27101" y="244055"/>
                </a:lnTo>
                <a:lnTo>
                  <a:pt x="271068" y="244055"/>
                </a:lnTo>
                <a:lnTo>
                  <a:pt x="271068" y="27101"/>
                </a:lnTo>
                <a:close/>
              </a:path>
              <a:path w="271144" h="271145">
                <a:moveTo>
                  <a:pt x="62204" y="181330"/>
                </a:moveTo>
                <a:lnTo>
                  <a:pt x="72647" y="187043"/>
                </a:lnTo>
                <a:lnTo>
                  <a:pt x="83834" y="191263"/>
                </a:lnTo>
                <a:lnTo>
                  <a:pt x="95742" y="193898"/>
                </a:lnTo>
                <a:lnTo>
                  <a:pt x="108216" y="194805"/>
                </a:lnTo>
                <a:lnTo>
                  <a:pt x="144850" y="187031"/>
                </a:lnTo>
                <a:lnTo>
                  <a:pt x="151897" y="181749"/>
                </a:lnTo>
                <a:lnTo>
                  <a:pt x="66941" y="181749"/>
                </a:lnTo>
                <a:lnTo>
                  <a:pt x="64554" y="181609"/>
                </a:lnTo>
                <a:lnTo>
                  <a:pt x="62204" y="181330"/>
                </a:lnTo>
                <a:close/>
              </a:path>
              <a:path w="271144" h="271145">
                <a:moveTo>
                  <a:pt x="78600" y="148069"/>
                </a:moveTo>
                <a:lnTo>
                  <a:pt x="82740" y="156315"/>
                </a:lnTo>
                <a:lnTo>
                  <a:pt x="89119" y="162861"/>
                </a:lnTo>
                <a:lnTo>
                  <a:pt x="97245" y="167221"/>
                </a:lnTo>
                <a:lnTo>
                  <a:pt x="106629" y="168909"/>
                </a:lnTo>
                <a:lnTo>
                  <a:pt x="98453" y="174307"/>
                </a:lnTo>
                <a:lnTo>
                  <a:pt x="89417" y="178344"/>
                </a:lnTo>
                <a:lnTo>
                  <a:pt x="79672" y="180873"/>
                </a:lnTo>
                <a:lnTo>
                  <a:pt x="69367" y="181749"/>
                </a:lnTo>
                <a:lnTo>
                  <a:pt x="151897" y="181749"/>
                </a:lnTo>
                <a:lnTo>
                  <a:pt x="171588" y="166993"/>
                </a:lnTo>
                <a:lnTo>
                  <a:pt x="182566" y="148602"/>
                </a:lnTo>
                <a:lnTo>
                  <a:pt x="82321" y="148602"/>
                </a:lnTo>
                <a:lnTo>
                  <a:pt x="80429" y="148412"/>
                </a:lnTo>
                <a:lnTo>
                  <a:pt x="78600" y="148069"/>
                </a:lnTo>
                <a:close/>
              </a:path>
              <a:path w="271144" h="271145">
                <a:moveTo>
                  <a:pt x="68071" y="117741"/>
                </a:moveTo>
                <a:lnTo>
                  <a:pt x="68071" y="118122"/>
                </a:lnTo>
                <a:lnTo>
                  <a:pt x="69903" y="128467"/>
                </a:lnTo>
                <a:lnTo>
                  <a:pt x="74963" y="137255"/>
                </a:lnTo>
                <a:lnTo>
                  <a:pt x="82597" y="143833"/>
                </a:lnTo>
                <a:lnTo>
                  <a:pt x="92151" y="147548"/>
                </a:lnTo>
                <a:lnTo>
                  <a:pt x="89636" y="148234"/>
                </a:lnTo>
                <a:lnTo>
                  <a:pt x="86982" y="148602"/>
                </a:lnTo>
                <a:lnTo>
                  <a:pt x="182566" y="148602"/>
                </a:lnTo>
                <a:lnTo>
                  <a:pt x="187996" y="139507"/>
                </a:lnTo>
                <a:lnTo>
                  <a:pt x="191333" y="121513"/>
                </a:lnTo>
                <a:lnTo>
                  <a:pt x="81673" y="121513"/>
                </a:lnTo>
                <a:lnTo>
                  <a:pt x="76746" y="121348"/>
                </a:lnTo>
                <a:lnTo>
                  <a:pt x="72123" y="119989"/>
                </a:lnTo>
                <a:lnTo>
                  <a:pt x="68071" y="117741"/>
                </a:lnTo>
                <a:close/>
              </a:path>
              <a:path w="271144" h="271145">
                <a:moveTo>
                  <a:pt x="72377" y="81445"/>
                </a:moveTo>
                <a:lnTo>
                  <a:pt x="69799" y="85877"/>
                </a:lnTo>
                <a:lnTo>
                  <a:pt x="68338" y="91020"/>
                </a:lnTo>
                <a:lnTo>
                  <a:pt x="68338" y="96519"/>
                </a:lnTo>
                <a:lnTo>
                  <a:pt x="69290" y="104059"/>
                </a:lnTo>
                <a:lnTo>
                  <a:pt x="71986" y="110897"/>
                </a:lnTo>
                <a:lnTo>
                  <a:pt x="76193" y="116795"/>
                </a:lnTo>
                <a:lnTo>
                  <a:pt x="81673" y="121513"/>
                </a:lnTo>
                <a:lnTo>
                  <a:pt x="191333" y="121513"/>
                </a:lnTo>
                <a:lnTo>
                  <a:pt x="192951" y="112788"/>
                </a:lnTo>
                <a:lnTo>
                  <a:pt x="134226" y="112788"/>
                </a:lnTo>
                <a:lnTo>
                  <a:pt x="116129" y="109920"/>
                </a:lnTo>
                <a:lnTo>
                  <a:pt x="99510" y="103460"/>
                </a:lnTo>
                <a:lnTo>
                  <a:pt x="84787" y="93829"/>
                </a:lnTo>
                <a:lnTo>
                  <a:pt x="72377" y="81445"/>
                </a:lnTo>
                <a:close/>
              </a:path>
              <a:path w="271144" h="271145">
                <a:moveTo>
                  <a:pt x="172097" y="75958"/>
                </a:moveTo>
                <a:lnTo>
                  <a:pt x="163474" y="75958"/>
                </a:lnTo>
                <a:lnTo>
                  <a:pt x="151788" y="78314"/>
                </a:lnTo>
                <a:lnTo>
                  <a:pt x="142249" y="84740"/>
                </a:lnTo>
                <a:lnTo>
                  <a:pt x="135820" y="94271"/>
                </a:lnTo>
                <a:lnTo>
                  <a:pt x="133543" y="105549"/>
                </a:lnTo>
                <a:lnTo>
                  <a:pt x="133589" y="109435"/>
                </a:lnTo>
                <a:lnTo>
                  <a:pt x="133718" y="110604"/>
                </a:lnTo>
                <a:lnTo>
                  <a:pt x="134226" y="112788"/>
                </a:lnTo>
                <a:lnTo>
                  <a:pt x="192951" y="112788"/>
                </a:lnTo>
                <a:lnTo>
                  <a:pt x="193483" y="109920"/>
                </a:lnTo>
                <a:lnTo>
                  <a:pt x="193497" y="105549"/>
                </a:lnTo>
                <a:lnTo>
                  <a:pt x="199364" y="101320"/>
                </a:lnTo>
                <a:lnTo>
                  <a:pt x="204457" y="96024"/>
                </a:lnTo>
                <a:lnTo>
                  <a:pt x="205314" y="94741"/>
                </a:lnTo>
                <a:lnTo>
                  <a:pt x="191236" y="94741"/>
                </a:lnTo>
                <a:lnTo>
                  <a:pt x="197434" y="91020"/>
                </a:lnTo>
                <a:lnTo>
                  <a:pt x="201968" y="85420"/>
                </a:lnTo>
                <a:lnTo>
                  <a:pt x="185369" y="85420"/>
                </a:lnTo>
                <a:lnTo>
                  <a:pt x="179895" y="79590"/>
                </a:lnTo>
                <a:lnTo>
                  <a:pt x="172097" y="75958"/>
                </a:lnTo>
                <a:close/>
              </a:path>
              <a:path w="271144" h="271145">
                <a:moveTo>
                  <a:pt x="208470" y="90017"/>
                </a:moveTo>
                <a:lnTo>
                  <a:pt x="203085" y="92405"/>
                </a:lnTo>
                <a:lnTo>
                  <a:pt x="197307" y="94018"/>
                </a:lnTo>
                <a:lnTo>
                  <a:pt x="191236" y="94741"/>
                </a:lnTo>
                <a:lnTo>
                  <a:pt x="205314" y="94741"/>
                </a:lnTo>
                <a:lnTo>
                  <a:pt x="208470" y="90017"/>
                </a:lnTo>
                <a:close/>
              </a:path>
              <a:path w="271144" h="271145">
                <a:moveTo>
                  <a:pt x="204431" y="78143"/>
                </a:moveTo>
                <a:lnTo>
                  <a:pt x="198627" y="81584"/>
                </a:lnTo>
                <a:lnTo>
                  <a:pt x="192201" y="84073"/>
                </a:lnTo>
                <a:lnTo>
                  <a:pt x="185369" y="85420"/>
                </a:lnTo>
                <a:lnTo>
                  <a:pt x="201968" y="85420"/>
                </a:lnTo>
                <a:lnTo>
                  <a:pt x="202183" y="85153"/>
                </a:lnTo>
                <a:lnTo>
                  <a:pt x="204431" y="78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C84E337C-2200-F1E5-59B6-6D45F0F3FEE2}"/>
              </a:ext>
            </a:extLst>
          </p:cNvPr>
          <p:cNvSpPr/>
          <p:nvPr userDrawn="1"/>
        </p:nvSpPr>
        <p:spPr>
          <a:xfrm>
            <a:off x="1848853" y="6290362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5">
                <a:moveTo>
                  <a:pt x="244043" y="0"/>
                </a:moveTo>
                <a:lnTo>
                  <a:pt x="27012" y="0"/>
                </a:lnTo>
                <a:lnTo>
                  <a:pt x="16496" y="2122"/>
                </a:lnTo>
                <a:lnTo>
                  <a:pt x="7910" y="7910"/>
                </a:lnTo>
                <a:lnTo>
                  <a:pt x="2122" y="16496"/>
                </a:lnTo>
                <a:lnTo>
                  <a:pt x="0" y="27012"/>
                </a:lnTo>
                <a:lnTo>
                  <a:pt x="0" y="244043"/>
                </a:lnTo>
                <a:lnTo>
                  <a:pt x="2122" y="254559"/>
                </a:lnTo>
                <a:lnTo>
                  <a:pt x="7910" y="263145"/>
                </a:lnTo>
                <a:lnTo>
                  <a:pt x="16496" y="268933"/>
                </a:lnTo>
                <a:lnTo>
                  <a:pt x="27012" y="271056"/>
                </a:lnTo>
                <a:lnTo>
                  <a:pt x="244043" y="271056"/>
                </a:lnTo>
                <a:lnTo>
                  <a:pt x="254564" y="268933"/>
                </a:lnTo>
                <a:lnTo>
                  <a:pt x="263150" y="263145"/>
                </a:lnTo>
                <a:lnTo>
                  <a:pt x="268935" y="254559"/>
                </a:lnTo>
                <a:lnTo>
                  <a:pt x="271056" y="244043"/>
                </a:lnTo>
                <a:lnTo>
                  <a:pt x="27101" y="244043"/>
                </a:lnTo>
                <a:lnTo>
                  <a:pt x="27012" y="27101"/>
                </a:lnTo>
                <a:lnTo>
                  <a:pt x="271056" y="27101"/>
                </a:lnTo>
                <a:lnTo>
                  <a:pt x="268935" y="16496"/>
                </a:lnTo>
                <a:lnTo>
                  <a:pt x="263150" y="7910"/>
                </a:lnTo>
                <a:lnTo>
                  <a:pt x="254564" y="2122"/>
                </a:lnTo>
                <a:lnTo>
                  <a:pt x="244043" y="0"/>
                </a:lnTo>
                <a:close/>
              </a:path>
              <a:path w="271144" h="271145">
                <a:moveTo>
                  <a:pt x="271056" y="27101"/>
                </a:moveTo>
                <a:lnTo>
                  <a:pt x="243954" y="27101"/>
                </a:lnTo>
                <a:lnTo>
                  <a:pt x="244043" y="243954"/>
                </a:lnTo>
                <a:lnTo>
                  <a:pt x="27101" y="244043"/>
                </a:lnTo>
                <a:lnTo>
                  <a:pt x="271056" y="244043"/>
                </a:lnTo>
                <a:lnTo>
                  <a:pt x="271056" y="27101"/>
                </a:lnTo>
                <a:close/>
              </a:path>
              <a:path w="271144" h="271145">
                <a:moveTo>
                  <a:pt x="107598" y="81420"/>
                </a:moveTo>
                <a:lnTo>
                  <a:pt x="68643" y="86245"/>
                </a:lnTo>
                <a:lnTo>
                  <a:pt x="57458" y="131426"/>
                </a:lnTo>
                <a:lnTo>
                  <a:pt x="57454" y="135534"/>
                </a:lnTo>
                <a:lnTo>
                  <a:pt x="57329" y="150216"/>
                </a:lnTo>
                <a:lnTo>
                  <a:pt x="75387" y="186601"/>
                </a:lnTo>
                <a:lnTo>
                  <a:pt x="127808" y="189556"/>
                </a:lnTo>
                <a:lnTo>
                  <a:pt x="163361" y="189635"/>
                </a:lnTo>
                <a:lnTo>
                  <a:pt x="178914" y="189352"/>
                </a:lnTo>
                <a:lnTo>
                  <a:pt x="212239" y="161841"/>
                </a:lnTo>
                <a:lnTo>
                  <a:pt x="212424" y="159524"/>
                </a:lnTo>
                <a:lnTo>
                  <a:pt x="120510" y="159524"/>
                </a:lnTo>
                <a:lnTo>
                  <a:pt x="120510" y="111531"/>
                </a:lnTo>
                <a:lnTo>
                  <a:pt x="213034" y="111531"/>
                </a:lnTo>
                <a:lnTo>
                  <a:pt x="212137" y="105737"/>
                </a:lnTo>
                <a:lnTo>
                  <a:pt x="161404" y="81892"/>
                </a:lnTo>
                <a:lnTo>
                  <a:pt x="143298" y="81545"/>
                </a:lnTo>
                <a:lnTo>
                  <a:pt x="107598" y="81420"/>
                </a:lnTo>
                <a:close/>
              </a:path>
              <a:path w="271144" h="271145">
                <a:moveTo>
                  <a:pt x="213034" y="111531"/>
                </a:moveTo>
                <a:lnTo>
                  <a:pt x="120510" y="111531"/>
                </a:lnTo>
                <a:lnTo>
                  <a:pt x="159473" y="135534"/>
                </a:lnTo>
                <a:lnTo>
                  <a:pt x="120510" y="159524"/>
                </a:lnTo>
                <a:lnTo>
                  <a:pt x="212424" y="159524"/>
                </a:lnTo>
                <a:lnTo>
                  <a:pt x="213215" y="149625"/>
                </a:lnTo>
                <a:lnTo>
                  <a:pt x="213575" y="139656"/>
                </a:lnTo>
                <a:lnTo>
                  <a:pt x="213509" y="120844"/>
                </a:lnTo>
                <a:lnTo>
                  <a:pt x="213118" y="112074"/>
                </a:lnTo>
                <a:lnTo>
                  <a:pt x="213034" y="111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166696C-4FD3-D566-EE20-CA4308DF77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866" y="2438400"/>
            <a:ext cx="2194750" cy="1414395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B8854CF2-B4B6-0C30-1552-BB59FF66BD3E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308C46C9-3736-6917-9FA3-1F555A9DF6BB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190678D1-C1C0-FAF3-1E44-620ADFB57CD5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24" name="Rectángulo: esquinas diagonales redondeadas 23">
                <a:extLst>
                  <a:ext uri="{FF2B5EF4-FFF2-40B4-BE49-F238E27FC236}">
                    <a16:creationId xmlns:a16="http://schemas.microsoft.com/office/drawing/2014/main" id="{2D610276-9ADA-A5BB-E744-FEF8BEDA4FF7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ángulo: esquinas diagonales redondeadas 24">
                <a:extLst>
                  <a:ext uri="{FF2B5EF4-FFF2-40B4-BE49-F238E27FC236}">
                    <a16:creationId xmlns:a16="http://schemas.microsoft.com/office/drawing/2014/main" id="{37DA0B99-8AC6-98B9-BEBE-E37EAA1392BF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ángulo: esquinas diagonales redondeadas 25">
                <a:extLst>
                  <a:ext uri="{FF2B5EF4-FFF2-40B4-BE49-F238E27FC236}">
                    <a16:creationId xmlns:a16="http://schemas.microsoft.com/office/drawing/2014/main" id="{F3FC70F6-3103-72F2-4D9E-A003BDA4DD95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ángulo: esquinas diagonales redondeadas 26">
                <a:extLst>
                  <a:ext uri="{FF2B5EF4-FFF2-40B4-BE49-F238E27FC236}">
                    <a16:creationId xmlns:a16="http://schemas.microsoft.com/office/drawing/2014/main" id="{B4406ECD-9BB7-D90F-8429-186A4BAAE97F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ángulo: esquinas diagonales redondeadas 27">
                <a:extLst>
                  <a:ext uri="{FF2B5EF4-FFF2-40B4-BE49-F238E27FC236}">
                    <a16:creationId xmlns:a16="http://schemas.microsoft.com/office/drawing/2014/main" id="{AA83DCBC-3067-7AAD-9F65-96017E972E59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C9A6563-25B3-1AB8-A241-36D634248C46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4C667EB4-D201-4BA4-93A8-4E578004358B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AFB1C4D8-112E-6C5A-53D6-63F0986615D7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2910155A-CC30-AD08-56A8-41F180A9A682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36" name="Rectángulo: esquinas diagonales redondeadas 35">
                  <a:extLst>
                    <a:ext uri="{FF2B5EF4-FFF2-40B4-BE49-F238E27FC236}">
                      <a16:creationId xmlns:a16="http://schemas.microsoft.com/office/drawing/2014/main" id="{68F3FD1E-969D-A91A-41B0-E01B673FE2AA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Rectángulo: esquinas diagonales redondeadas 36">
                  <a:extLst>
                    <a:ext uri="{FF2B5EF4-FFF2-40B4-BE49-F238E27FC236}">
                      <a16:creationId xmlns:a16="http://schemas.microsoft.com/office/drawing/2014/main" id="{4FF234B4-EB7A-3EE1-E6DF-1624F9357E9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ángulo: esquinas diagonales redondeadas 37">
                  <a:extLst>
                    <a:ext uri="{FF2B5EF4-FFF2-40B4-BE49-F238E27FC236}">
                      <a16:creationId xmlns:a16="http://schemas.microsoft.com/office/drawing/2014/main" id="{37A5156C-E87D-890A-94C1-661973458206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Rectángulo: esquinas diagonales redondeadas 38">
                  <a:extLst>
                    <a:ext uri="{FF2B5EF4-FFF2-40B4-BE49-F238E27FC236}">
                      <a16:creationId xmlns:a16="http://schemas.microsoft.com/office/drawing/2014/main" id="{83A8C63B-CCA7-672B-3C62-6792C735D70F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ángulo: esquinas diagonales redondeadas 39">
                  <a:extLst>
                    <a:ext uri="{FF2B5EF4-FFF2-40B4-BE49-F238E27FC236}">
                      <a16:creationId xmlns:a16="http://schemas.microsoft.com/office/drawing/2014/main" id="{7251FDDE-1D17-5C36-C0D2-4D6603E431CA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3" name="Rectángulo: esquinas diagonales redondeadas 32">
              <a:extLst>
                <a:ext uri="{FF2B5EF4-FFF2-40B4-BE49-F238E27FC236}">
                  <a16:creationId xmlns:a16="http://schemas.microsoft.com/office/drawing/2014/main" id="{4A780228-F35E-4BC1-1DCD-B8BBCAC4D935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9DFF322E-1305-CE83-BA8C-7166D2990B5E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65D81711-2CB3-ED71-C591-9637C0DBB46F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3A2098C4-0AAA-FA79-0853-4D8382503BF0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4" name="Rectángulo: esquinas diagonales redondeadas 43">
                <a:extLst>
                  <a:ext uri="{FF2B5EF4-FFF2-40B4-BE49-F238E27FC236}">
                    <a16:creationId xmlns:a16="http://schemas.microsoft.com/office/drawing/2014/main" id="{8E1387EA-0B59-753C-A181-894414AB7766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diagonales redondeadas 44">
                <a:extLst>
                  <a:ext uri="{FF2B5EF4-FFF2-40B4-BE49-F238E27FC236}">
                    <a16:creationId xmlns:a16="http://schemas.microsoft.com/office/drawing/2014/main" id="{792FED7F-A089-72B6-B094-679E57C07DD9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ángulo: esquinas diagonales redondeadas 45">
                <a:extLst>
                  <a:ext uri="{FF2B5EF4-FFF2-40B4-BE49-F238E27FC236}">
                    <a16:creationId xmlns:a16="http://schemas.microsoft.com/office/drawing/2014/main" id="{CF513C2F-0A43-B143-FF80-902E36FC2129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ángulo: esquinas diagonales redondeadas 46">
                <a:extLst>
                  <a:ext uri="{FF2B5EF4-FFF2-40B4-BE49-F238E27FC236}">
                    <a16:creationId xmlns:a16="http://schemas.microsoft.com/office/drawing/2014/main" id="{0E6FE261-D46B-0264-33EC-FD3BC9A56773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ángulo: esquinas diagonales redondeadas 47">
                <a:extLst>
                  <a:ext uri="{FF2B5EF4-FFF2-40B4-BE49-F238E27FC236}">
                    <a16:creationId xmlns:a16="http://schemas.microsoft.com/office/drawing/2014/main" id="{1D51B4E3-9BF7-1D6F-0861-BDCCAA7DD4E4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669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er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101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2">
            <a:extLst>
              <a:ext uri="{FF2B5EF4-FFF2-40B4-BE49-F238E27FC236}">
                <a16:creationId xmlns:a16="http://schemas.microsoft.com/office/drawing/2014/main" id="{5F2DA5BD-49F2-AD65-3D0E-D2F3D6B737EB}"/>
              </a:ext>
            </a:extLst>
          </p:cNvPr>
          <p:cNvSpPr/>
          <p:nvPr userDrawn="1"/>
        </p:nvSpPr>
        <p:spPr>
          <a:xfrm>
            <a:off x="0" y="0"/>
            <a:ext cx="12192000" cy="68502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12700" marR="5080" indent="-635">
              <a:lnSpc>
                <a:spcPts val="1900"/>
              </a:lnSpc>
              <a:spcBef>
                <a:spcPts val="180"/>
              </a:spcBef>
            </a:pPr>
            <a:endParaRPr lang="es-PE" sz="1800">
              <a:latin typeface="BRSonoma-Regular"/>
              <a:cs typeface="BRSonoma-Regular"/>
            </a:endParaRPr>
          </a:p>
        </p:txBody>
      </p:sp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6CFBD6E0-3089-42D1-89D4-3F16BE7E5E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3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72D3B04-0E3E-FFB6-5055-0F332FEA7932}"/>
              </a:ext>
            </a:extLst>
          </p:cNvPr>
          <p:cNvSpPr/>
          <p:nvPr userDrawn="1"/>
        </p:nvSpPr>
        <p:spPr>
          <a:xfrm>
            <a:off x="9825224" y="6183926"/>
            <a:ext cx="628015" cy="271145"/>
          </a:xfrm>
          <a:custGeom>
            <a:avLst/>
            <a:gdLst/>
            <a:ahLst/>
            <a:cxnLst/>
            <a:rect l="l" t="t" r="r" b="b"/>
            <a:pathLst>
              <a:path w="628015" h="271145">
                <a:moveTo>
                  <a:pt x="600951" y="0"/>
                </a:moveTo>
                <a:lnTo>
                  <a:pt x="383908" y="0"/>
                </a:lnTo>
                <a:lnTo>
                  <a:pt x="373394" y="2122"/>
                </a:lnTo>
                <a:lnTo>
                  <a:pt x="364812" y="7910"/>
                </a:lnTo>
                <a:lnTo>
                  <a:pt x="359028" y="16496"/>
                </a:lnTo>
                <a:lnTo>
                  <a:pt x="356908" y="27012"/>
                </a:lnTo>
                <a:lnTo>
                  <a:pt x="356908" y="244055"/>
                </a:lnTo>
                <a:lnTo>
                  <a:pt x="359028" y="254572"/>
                </a:lnTo>
                <a:lnTo>
                  <a:pt x="364812" y="263158"/>
                </a:lnTo>
                <a:lnTo>
                  <a:pt x="373394" y="268946"/>
                </a:lnTo>
                <a:lnTo>
                  <a:pt x="383908" y="271068"/>
                </a:lnTo>
                <a:lnTo>
                  <a:pt x="600951" y="271068"/>
                </a:lnTo>
                <a:lnTo>
                  <a:pt x="611467" y="268946"/>
                </a:lnTo>
                <a:lnTo>
                  <a:pt x="620053" y="263158"/>
                </a:lnTo>
                <a:lnTo>
                  <a:pt x="625841" y="254572"/>
                </a:lnTo>
                <a:lnTo>
                  <a:pt x="627964" y="244055"/>
                </a:lnTo>
                <a:lnTo>
                  <a:pt x="384009" y="244055"/>
                </a:lnTo>
                <a:lnTo>
                  <a:pt x="383908" y="27114"/>
                </a:lnTo>
                <a:lnTo>
                  <a:pt x="627964" y="27114"/>
                </a:lnTo>
                <a:lnTo>
                  <a:pt x="625841" y="16496"/>
                </a:lnTo>
                <a:lnTo>
                  <a:pt x="620053" y="7910"/>
                </a:lnTo>
                <a:lnTo>
                  <a:pt x="611467" y="2122"/>
                </a:lnTo>
                <a:lnTo>
                  <a:pt x="600951" y="0"/>
                </a:lnTo>
                <a:close/>
              </a:path>
              <a:path w="628015" h="271145">
                <a:moveTo>
                  <a:pt x="627964" y="27114"/>
                </a:moveTo>
                <a:lnTo>
                  <a:pt x="600849" y="27114"/>
                </a:lnTo>
                <a:lnTo>
                  <a:pt x="600951" y="243954"/>
                </a:lnTo>
                <a:lnTo>
                  <a:pt x="384009" y="244055"/>
                </a:lnTo>
                <a:lnTo>
                  <a:pt x="627964" y="244055"/>
                </a:lnTo>
                <a:lnTo>
                  <a:pt x="627964" y="27114"/>
                </a:lnTo>
                <a:close/>
              </a:path>
              <a:path w="628015" h="271145">
                <a:moveTo>
                  <a:pt x="492429" y="67767"/>
                </a:moveTo>
                <a:lnTo>
                  <a:pt x="466057" y="73092"/>
                </a:lnTo>
                <a:lnTo>
                  <a:pt x="444515" y="87615"/>
                </a:lnTo>
                <a:lnTo>
                  <a:pt x="429989" y="109156"/>
                </a:lnTo>
                <a:lnTo>
                  <a:pt x="424662" y="135534"/>
                </a:lnTo>
                <a:lnTo>
                  <a:pt x="429989" y="161912"/>
                </a:lnTo>
                <a:lnTo>
                  <a:pt x="444515" y="183453"/>
                </a:lnTo>
                <a:lnTo>
                  <a:pt x="466057" y="197976"/>
                </a:lnTo>
                <a:lnTo>
                  <a:pt x="492429" y="203301"/>
                </a:lnTo>
                <a:lnTo>
                  <a:pt x="518807" y="197976"/>
                </a:lnTo>
                <a:lnTo>
                  <a:pt x="540348" y="183453"/>
                </a:lnTo>
                <a:lnTo>
                  <a:pt x="545238" y="176199"/>
                </a:lnTo>
                <a:lnTo>
                  <a:pt x="492429" y="176199"/>
                </a:lnTo>
                <a:lnTo>
                  <a:pt x="476621" y="172998"/>
                </a:lnTo>
                <a:lnTo>
                  <a:pt x="463697" y="164272"/>
                </a:lnTo>
                <a:lnTo>
                  <a:pt x="454976" y="151344"/>
                </a:lnTo>
                <a:lnTo>
                  <a:pt x="451777" y="135534"/>
                </a:lnTo>
                <a:lnTo>
                  <a:pt x="454976" y="119725"/>
                </a:lnTo>
                <a:lnTo>
                  <a:pt x="463697" y="106802"/>
                </a:lnTo>
                <a:lnTo>
                  <a:pt x="476621" y="98081"/>
                </a:lnTo>
                <a:lnTo>
                  <a:pt x="492429" y="94881"/>
                </a:lnTo>
                <a:lnTo>
                  <a:pt x="545247" y="94881"/>
                </a:lnTo>
                <a:lnTo>
                  <a:pt x="540348" y="87615"/>
                </a:lnTo>
                <a:lnTo>
                  <a:pt x="518807" y="73092"/>
                </a:lnTo>
                <a:lnTo>
                  <a:pt x="492429" y="67767"/>
                </a:lnTo>
                <a:close/>
              </a:path>
              <a:path w="628015" h="271145">
                <a:moveTo>
                  <a:pt x="545247" y="94881"/>
                </a:moveTo>
                <a:lnTo>
                  <a:pt x="492429" y="94881"/>
                </a:lnTo>
                <a:lnTo>
                  <a:pt x="508240" y="98081"/>
                </a:lnTo>
                <a:lnTo>
                  <a:pt x="521168" y="106802"/>
                </a:lnTo>
                <a:lnTo>
                  <a:pt x="529893" y="119725"/>
                </a:lnTo>
                <a:lnTo>
                  <a:pt x="533095" y="135534"/>
                </a:lnTo>
                <a:lnTo>
                  <a:pt x="529893" y="151344"/>
                </a:lnTo>
                <a:lnTo>
                  <a:pt x="521168" y="164272"/>
                </a:lnTo>
                <a:lnTo>
                  <a:pt x="508240" y="172998"/>
                </a:lnTo>
                <a:lnTo>
                  <a:pt x="492429" y="176199"/>
                </a:lnTo>
                <a:lnTo>
                  <a:pt x="545238" y="176199"/>
                </a:lnTo>
                <a:lnTo>
                  <a:pt x="554871" y="161912"/>
                </a:lnTo>
                <a:lnTo>
                  <a:pt x="560197" y="135534"/>
                </a:lnTo>
                <a:lnTo>
                  <a:pt x="554871" y="109156"/>
                </a:lnTo>
                <a:lnTo>
                  <a:pt x="545247" y="94881"/>
                </a:lnTo>
                <a:close/>
              </a:path>
              <a:path w="628015" h="271145">
                <a:moveTo>
                  <a:pt x="567690" y="42418"/>
                </a:moveTo>
                <a:lnTo>
                  <a:pt x="552716" y="42418"/>
                </a:lnTo>
                <a:lnTo>
                  <a:pt x="546646" y="48488"/>
                </a:lnTo>
                <a:lnTo>
                  <a:pt x="546646" y="63461"/>
                </a:lnTo>
                <a:lnTo>
                  <a:pt x="552716" y="69519"/>
                </a:lnTo>
                <a:lnTo>
                  <a:pt x="567690" y="69519"/>
                </a:lnTo>
                <a:lnTo>
                  <a:pt x="573747" y="63461"/>
                </a:lnTo>
                <a:lnTo>
                  <a:pt x="573747" y="48488"/>
                </a:lnTo>
                <a:lnTo>
                  <a:pt x="567690" y="42418"/>
                </a:lnTo>
                <a:close/>
              </a:path>
              <a:path w="628015" h="271145">
                <a:moveTo>
                  <a:pt x="244043" y="0"/>
                </a:moveTo>
                <a:lnTo>
                  <a:pt x="27012" y="0"/>
                </a:lnTo>
                <a:lnTo>
                  <a:pt x="16496" y="2122"/>
                </a:lnTo>
                <a:lnTo>
                  <a:pt x="7910" y="7910"/>
                </a:lnTo>
                <a:lnTo>
                  <a:pt x="2122" y="16496"/>
                </a:lnTo>
                <a:lnTo>
                  <a:pt x="0" y="27012"/>
                </a:lnTo>
                <a:lnTo>
                  <a:pt x="0" y="244055"/>
                </a:lnTo>
                <a:lnTo>
                  <a:pt x="2122" y="254572"/>
                </a:lnTo>
                <a:lnTo>
                  <a:pt x="7910" y="263158"/>
                </a:lnTo>
                <a:lnTo>
                  <a:pt x="16496" y="268946"/>
                </a:lnTo>
                <a:lnTo>
                  <a:pt x="27012" y="271068"/>
                </a:lnTo>
                <a:lnTo>
                  <a:pt x="244043" y="271068"/>
                </a:lnTo>
                <a:lnTo>
                  <a:pt x="254559" y="268946"/>
                </a:lnTo>
                <a:lnTo>
                  <a:pt x="263145" y="263158"/>
                </a:lnTo>
                <a:lnTo>
                  <a:pt x="268933" y="254572"/>
                </a:lnTo>
                <a:lnTo>
                  <a:pt x="271056" y="244055"/>
                </a:lnTo>
                <a:lnTo>
                  <a:pt x="27101" y="244055"/>
                </a:lnTo>
                <a:lnTo>
                  <a:pt x="27012" y="27114"/>
                </a:lnTo>
                <a:lnTo>
                  <a:pt x="271056" y="27114"/>
                </a:lnTo>
                <a:lnTo>
                  <a:pt x="268933" y="16496"/>
                </a:lnTo>
                <a:lnTo>
                  <a:pt x="263145" y="7910"/>
                </a:lnTo>
                <a:lnTo>
                  <a:pt x="254559" y="2122"/>
                </a:lnTo>
                <a:lnTo>
                  <a:pt x="244043" y="0"/>
                </a:lnTo>
                <a:close/>
              </a:path>
              <a:path w="628015" h="271145">
                <a:moveTo>
                  <a:pt x="177253" y="162534"/>
                </a:moveTo>
                <a:lnTo>
                  <a:pt x="149085" y="162534"/>
                </a:lnTo>
                <a:lnTo>
                  <a:pt x="149085" y="244005"/>
                </a:lnTo>
                <a:lnTo>
                  <a:pt x="27101" y="244055"/>
                </a:lnTo>
                <a:lnTo>
                  <a:pt x="271056" y="244055"/>
                </a:lnTo>
                <a:lnTo>
                  <a:pt x="177253" y="243992"/>
                </a:lnTo>
                <a:lnTo>
                  <a:pt x="177253" y="162534"/>
                </a:lnTo>
                <a:close/>
              </a:path>
              <a:path w="628015" h="271145">
                <a:moveTo>
                  <a:pt x="271056" y="27114"/>
                </a:moveTo>
                <a:lnTo>
                  <a:pt x="243954" y="27114"/>
                </a:lnTo>
                <a:lnTo>
                  <a:pt x="244043" y="243954"/>
                </a:lnTo>
                <a:lnTo>
                  <a:pt x="177253" y="243992"/>
                </a:lnTo>
                <a:lnTo>
                  <a:pt x="271056" y="243992"/>
                </a:lnTo>
                <a:lnTo>
                  <a:pt x="271056" y="27114"/>
                </a:lnTo>
                <a:close/>
              </a:path>
              <a:path w="628015" h="271145">
                <a:moveTo>
                  <a:pt x="203288" y="134366"/>
                </a:moveTo>
                <a:lnTo>
                  <a:pt x="121970" y="134366"/>
                </a:lnTo>
                <a:lnTo>
                  <a:pt x="121970" y="162534"/>
                </a:lnTo>
                <a:lnTo>
                  <a:pt x="197180" y="162534"/>
                </a:lnTo>
                <a:lnTo>
                  <a:pt x="203288" y="134366"/>
                </a:lnTo>
                <a:close/>
              </a:path>
              <a:path w="628015" h="271145">
                <a:moveTo>
                  <a:pt x="203288" y="66700"/>
                </a:moveTo>
                <a:lnTo>
                  <a:pt x="176187" y="66700"/>
                </a:lnTo>
                <a:lnTo>
                  <a:pt x="165635" y="68831"/>
                </a:lnTo>
                <a:lnTo>
                  <a:pt x="157021" y="74641"/>
                </a:lnTo>
                <a:lnTo>
                  <a:pt x="151214" y="83256"/>
                </a:lnTo>
                <a:lnTo>
                  <a:pt x="149085" y="93802"/>
                </a:lnTo>
                <a:lnTo>
                  <a:pt x="149085" y="134366"/>
                </a:lnTo>
                <a:lnTo>
                  <a:pt x="177253" y="134366"/>
                </a:lnTo>
                <a:lnTo>
                  <a:pt x="177253" y="95478"/>
                </a:lnTo>
                <a:lnTo>
                  <a:pt x="177863" y="94881"/>
                </a:lnTo>
                <a:lnTo>
                  <a:pt x="203288" y="94881"/>
                </a:lnTo>
                <a:lnTo>
                  <a:pt x="203288" y="66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CD683E9-47FD-25F6-5FBE-92A3492E4473}"/>
              </a:ext>
            </a:extLst>
          </p:cNvPr>
          <p:cNvSpPr/>
          <p:nvPr userDrawn="1"/>
        </p:nvSpPr>
        <p:spPr>
          <a:xfrm>
            <a:off x="10539010" y="6183918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5" h="271145">
                <a:moveTo>
                  <a:pt x="244068" y="0"/>
                </a:moveTo>
                <a:lnTo>
                  <a:pt x="27012" y="0"/>
                </a:lnTo>
                <a:lnTo>
                  <a:pt x="16502" y="2124"/>
                </a:lnTo>
                <a:lnTo>
                  <a:pt x="7915" y="7915"/>
                </a:lnTo>
                <a:lnTo>
                  <a:pt x="2124" y="16502"/>
                </a:lnTo>
                <a:lnTo>
                  <a:pt x="0" y="27012"/>
                </a:lnTo>
                <a:lnTo>
                  <a:pt x="0" y="244068"/>
                </a:lnTo>
                <a:lnTo>
                  <a:pt x="2124" y="254582"/>
                </a:lnTo>
                <a:lnTo>
                  <a:pt x="7915" y="263164"/>
                </a:lnTo>
                <a:lnTo>
                  <a:pt x="16502" y="268948"/>
                </a:lnTo>
                <a:lnTo>
                  <a:pt x="27012" y="271068"/>
                </a:lnTo>
                <a:lnTo>
                  <a:pt x="244068" y="271068"/>
                </a:lnTo>
                <a:lnTo>
                  <a:pt x="254584" y="268948"/>
                </a:lnTo>
                <a:lnTo>
                  <a:pt x="263170" y="263164"/>
                </a:lnTo>
                <a:lnTo>
                  <a:pt x="268959" y="254582"/>
                </a:lnTo>
                <a:lnTo>
                  <a:pt x="271081" y="244068"/>
                </a:lnTo>
                <a:lnTo>
                  <a:pt x="27114" y="244068"/>
                </a:lnTo>
                <a:lnTo>
                  <a:pt x="27012" y="27114"/>
                </a:lnTo>
                <a:lnTo>
                  <a:pt x="271081" y="27114"/>
                </a:lnTo>
                <a:lnTo>
                  <a:pt x="268959" y="16502"/>
                </a:lnTo>
                <a:lnTo>
                  <a:pt x="263170" y="7915"/>
                </a:lnTo>
                <a:lnTo>
                  <a:pt x="254584" y="2124"/>
                </a:lnTo>
                <a:lnTo>
                  <a:pt x="244068" y="0"/>
                </a:lnTo>
                <a:close/>
              </a:path>
              <a:path w="271145" h="271145">
                <a:moveTo>
                  <a:pt x="271081" y="27114"/>
                </a:moveTo>
                <a:lnTo>
                  <a:pt x="243966" y="27114"/>
                </a:lnTo>
                <a:lnTo>
                  <a:pt x="244068" y="243966"/>
                </a:lnTo>
                <a:lnTo>
                  <a:pt x="27114" y="244068"/>
                </a:lnTo>
                <a:lnTo>
                  <a:pt x="271081" y="244068"/>
                </a:lnTo>
                <a:lnTo>
                  <a:pt x="271081" y="27114"/>
                </a:lnTo>
                <a:close/>
              </a:path>
              <a:path w="271145" h="271145">
                <a:moveTo>
                  <a:pt x="98170" y="113029"/>
                </a:moveTo>
                <a:lnTo>
                  <a:pt x="70904" y="113029"/>
                </a:lnTo>
                <a:lnTo>
                  <a:pt x="70904" y="203314"/>
                </a:lnTo>
                <a:lnTo>
                  <a:pt x="98170" y="203314"/>
                </a:lnTo>
                <a:lnTo>
                  <a:pt x="98170" y="113029"/>
                </a:lnTo>
                <a:close/>
              </a:path>
              <a:path w="271145" h="271145">
                <a:moveTo>
                  <a:pt x="146215" y="113029"/>
                </a:moveTo>
                <a:lnTo>
                  <a:pt x="118948" y="113029"/>
                </a:lnTo>
                <a:lnTo>
                  <a:pt x="118948" y="203314"/>
                </a:lnTo>
                <a:lnTo>
                  <a:pt x="146215" y="203314"/>
                </a:lnTo>
                <a:lnTo>
                  <a:pt x="146215" y="159448"/>
                </a:lnTo>
                <a:lnTo>
                  <a:pt x="147616" y="148888"/>
                </a:lnTo>
                <a:lnTo>
                  <a:pt x="151469" y="141517"/>
                </a:lnTo>
                <a:lnTo>
                  <a:pt x="157252" y="137197"/>
                </a:lnTo>
                <a:lnTo>
                  <a:pt x="164439" y="135788"/>
                </a:lnTo>
                <a:lnTo>
                  <a:pt x="204128" y="135788"/>
                </a:lnTo>
                <a:lnTo>
                  <a:pt x="203998" y="134891"/>
                </a:lnTo>
                <a:lnTo>
                  <a:pt x="197176" y="122250"/>
                </a:lnTo>
                <a:lnTo>
                  <a:pt x="146215" y="122250"/>
                </a:lnTo>
                <a:lnTo>
                  <a:pt x="146215" y="113029"/>
                </a:lnTo>
                <a:close/>
              </a:path>
              <a:path w="271145" h="271145">
                <a:moveTo>
                  <a:pt x="204128" y="135788"/>
                </a:moveTo>
                <a:lnTo>
                  <a:pt x="174193" y="135788"/>
                </a:lnTo>
                <a:lnTo>
                  <a:pt x="179082" y="143370"/>
                </a:lnTo>
                <a:lnTo>
                  <a:pt x="179082" y="203314"/>
                </a:lnTo>
                <a:lnTo>
                  <a:pt x="206349" y="203314"/>
                </a:lnTo>
                <a:lnTo>
                  <a:pt x="206349" y="151142"/>
                </a:lnTo>
                <a:lnTo>
                  <a:pt x="204128" y="135788"/>
                </a:lnTo>
                <a:close/>
              </a:path>
              <a:path w="271145" h="271145">
                <a:moveTo>
                  <a:pt x="171310" y="111048"/>
                </a:moveTo>
                <a:lnTo>
                  <a:pt x="163049" y="111934"/>
                </a:lnTo>
                <a:lnTo>
                  <a:pt x="155990" y="114344"/>
                </a:lnTo>
                <a:lnTo>
                  <a:pt x="150318" y="117906"/>
                </a:lnTo>
                <a:lnTo>
                  <a:pt x="146215" y="122250"/>
                </a:lnTo>
                <a:lnTo>
                  <a:pt x="197176" y="122250"/>
                </a:lnTo>
                <a:lnTo>
                  <a:pt x="186156" y="113984"/>
                </a:lnTo>
                <a:lnTo>
                  <a:pt x="171310" y="111048"/>
                </a:lnTo>
                <a:close/>
              </a:path>
              <a:path w="271145" h="271145">
                <a:moveTo>
                  <a:pt x="94018" y="66827"/>
                </a:moveTo>
                <a:lnTo>
                  <a:pt x="75234" y="66827"/>
                </a:lnTo>
                <a:lnTo>
                  <a:pt x="67487" y="74396"/>
                </a:lnTo>
                <a:lnTo>
                  <a:pt x="67487" y="93179"/>
                </a:lnTo>
                <a:lnTo>
                  <a:pt x="75234" y="100749"/>
                </a:lnTo>
                <a:lnTo>
                  <a:pt x="94018" y="100749"/>
                </a:lnTo>
                <a:lnTo>
                  <a:pt x="101599" y="93179"/>
                </a:lnTo>
                <a:lnTo>
                  <a:pt x="101599" y="74396"/>
                </a:lnTo>
                <a:lnTo>
                  <a:pt x="94018" y="668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59BFFC4-DD96-0AD1-80F1-87E729D93F4A}"/>
              </a:ext>
            </a:extLst>
          </p:cNvPr>
          <p:cNvSpPr/>
          <p:nvPr userDrawn="1"/>
        </p:nvSpPr>
        <p:spPr>
          <a:xfrm>
            <a:off x="10895920" y="6183929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5" h="271145">
                <a:moveTo>
                  <a:pt x="244055" y="0"/>
                </a:moveTo>
                <a:lnTo>
                  <a:pt x="27000" y="0"/>
                </a:lnTo>
                <a:lnTo>
                  <a:pt x="16496" y="2120"/>
                </a:lnTo>
                <a:lnTo>
                  <a:pt x="7913" y="7904"/>
                </a:lnTo>
                <a:lnTo>
                  <a:pt x="2123" y="16485"/>
                </a:lnTo>
                <a:lnTo>
                  <a:pt x="0" y="27000"/>
                </a:lnTo>
                <a:lnTo>
                  <a:pt x="0" y="244055"/>
                </a:lnTo>
                <a:lnTo>
                  <a:pt x="2123" y="254566"/>
                </a:lnTo>
                <a:lnTo>
                  <a:pt x="7913" y="263153"/>
                </a:lnTo>
                <a:lnTo>
                  <a:pt x="16496" y="268944"/>
                </a:lnTo>
                <a:lnTo>
                  <a:pt x="27000" y="271068"/>
                </a:lnTo>
                <a:lnTo>
                  <a:pt x="244055" y="271068"/>
                </a:lnTo>
                <a:lnTo>
                  <a:pt x="254572" y="268944"/>
                </a:lnTo>
                <a:lnTo>
                  <a:pt x="263158" y="263153"/>
                </a:lnTo>
                <a:lnTo>
                  <a:pt x="268946" y="254566"/>
                </a:lnTo>
                <a:lnTo>
                  <a:pt x="271068" y="244055"/>
                </a:lnTo>
                <a:lnTo>
                  <a:pt x="27101" y="244055"/>
                </a:lnTo>
                <a:lnTo>
                  <a:pt x="27000" y="27101"/>
                </a:lnTo>
                <a:lnTo>
                  <a:pt x="271068" y="27101"/>
                </a:lnTo>
                <a:lnTo>
                  <a:pt x="268946" y="16485"/>
                </a:lnTo>
                <a:lnTo>
                  <a:pt x="263158" y="7904"/>
                </a:lnTo>
                <a:lnTo>
                  <a:pt x="254572" y="2120"/>
                </a:lnTo>
                <a:lnTo>
                  <a:pt x="244055" y="0"/>
                </a:lnTo>
                <a:close/>
              </a:path>
              <a:path w="271145" h="271145">
                <a:moveTo>
                  <a:pt x="271068" y="27101"/>
                </a:moveTo>
                <a:lnTo>
                  <a:pt x="243966" y="27101"/>
                </a:lnTo>
                <a:lnTo>
                  <a:pt x="244055" y="243966"/>
                </a:lnTo>
                <a:lnTo>
                  <a:pt x="27101" y="244055"/>
                </a:lnTo>
                <a:lnTo>
                  <a:pt x="271068" y="244055"/>
                </a:lnTo>
                <a:lnTo>
                  <a:pt x="271068" y="27101"/>
                </a:lnTo>
                <a:close/>
              </a:path>
              <a:path w="271145" h="271145">
                <a:moveTo>
                  <a:pt x="62204" y="181330"/>
                </a:moveTo>
                <a:lnTo>
                  <a:pt x="72647" y="187043"/>
                </a:lnTo>
                <a:lnTo>
                  <a:pt x="83834" y="191263"/>
                </a:lnTo>
                <a:lnTo>
                  <a:pt x="95742" y="193898"/>
                </a:lnTo>
                <a:lnTo>
                  <a:pt x="108216" y="194805"/>
                </a:lnTo>
                <a:lnTo>
                  <a:pt x="144850" y="187031"/>
                </a:lnTo>
                <a:lnTo>
                  <a:pt x="151897" y="181749"/>
                </a:lnTo>
                <a:lnTo>
                  <a:pt x="66941" y="181749"/>
                </a:lnTo>
                <a:lnTo>
                  <a:pt x="64554" y="181609"/>
                </a:lnTo>
                <a:lnTo>
                  <a:pt x="62204" y="181330"/>
                </a:lnTo>
                <a:close/>
              </a:path>
              <a:path w="271145" h="271145">
                <a:moveTo>
                  <a:pt x="78600" y="148069"/>
                </a:moveTo>
                <a:lnTo>
                  <a:pt x="82740" y="156315"/>
                </a:lnTo>
                <a:lnTo>
                  <a:pt x="89119" y="162861"/>
                </a:lnTo>
                <a:lnTo>
                  <a:pt x="97245" y="167221"/>
                </a:lnTo>
                <a:lnTo>
                  <a:pt x="106629" y="168909"/>
                </a:lnTo>
                <a:lnTo>
                  <a:pt x="98453" y="174307"/>
                </a:lnTo>
                <a:lnTo>
                  <a:pt x="89417" y="178344"/>
                </a:lnTo>
                <a:lnTo>
                  <a:pt x="79672" y="180873"/>
                </a:lnTo>
                <a:lnTo>
                  <a:pt x="69367" y="181749"/>
                </a:lnTo>
                <a:lnTo>
                  <a:pt x="151897" y="181749"/>
                </a:lnTo>
                <a:lnTo>
                  <a:pt x="171588" y="166993"/>
                </a:lnTo>
                <a:lnTo>
                  <a:pt x="182566" y="148602"/>
                </a:lnTo>
                <a:lnTo>
                  <a:pt x="82321" y="148602"/>
                </a:lnTo>
                <a:lnTo>
                  <a:pt x="80441" y="148412"/>
                </a:lnTo>
                <a:lnTo>
                  <a:pt x="78600" y="148069"/>
                </a:lnTo>
                <a:close/>
              </a:path>
              <a:path w="271145" h="271145">
                <a:moveTo>
                  <a:pt x="68071" y="117741"/>
                </a:moveTo>
                <a:lnTo>
                  <a:pt x="68071" y="118122"/>
                </a:lnTo>
                <a:lnTo>
                  <a:pt x="69903" y="128467"/>
                </a:lnTo>
                <a:lnTo>
                  <a:pt x="74963" y="137255"/>
                </a:lnTo>
                <a:lnTo>
                  <a:pt x="82597" y="143833"/>
                </a:lnTo>
                <a:lnTo>
                  <a:pt x="92151" y="147548"/>
                </a:lnTo>
                <a:lnTo>
                  <a:pt x="89636" y="148234"/>
                </a:lnTo>
                <a:lnTo>
                  <a:pt x="86994" y="148602"/>
                </a:lnTo>
                <a:lnTo>
                  <a:pt x="182566" y="148602"/>
                </a:lnTo>
                <a:lnTo>
                  <a:pt x="187996" y="139507"/>
                </a:lnTo>
                <a:lnTo>
                  <a:pt x="191333" y="121513"/>
                </a:lnTo>
                <a:lnTo>
                  <a:pt x="81673" y="121513"/>
                </a:lnTo>
                <a:lnTo>
                  <a:pt x="76746" y="121348"/>
                </a:lnTo>
                <a:lnTo>
                  <a:pt x="72123" y="119989"/>
                </a:lnTo>
                <a:lnTo>
                  <a:pt x="68071" y="117741"/>
                </a:lnTo>
                <a:close/>
              </a:path>
              <a:path w="271145" h="271145">
                <a:moveTo>
                  <a:pt x="72377" y="81445"/>
                </a:moveTo>
                <a:lnTo>
                  <a:pt x="69799" y="85877"/>
                </a:lnTo>
                <a:lnTo>
                  <a:pt x="68338" y="91020"/>
                </a:lnTo>
                <a:lnTo>
                  <a:pt x="68338" y="96519"/>
                </a:lnTo>
                <a:lnTo>
                  <a:pt x="69290" y="104059"/>
                </a:lnTo>
                <a:lnTo>
                  <a:pt x="71986" y="110897"/>
                </a:lnTo>
                <a:lnTo>
                  <a:pt x="76193" y="116795"/>
                </a:lnTo>
                <a:lnTo>
                  <a:pt x="81673" y="121513"/>
                </a:lnTo>
                <a:lnTo>
                  <a:pt x="191333" y="121513"/>
                </a:lnTo>
                <a:lnTo>
                  <a:pt x="192951" y="112788"/>
                </a:lnTo>
                <a:lnTo>
                  <a:pt x="134226" y="112788"/>
                </a:lnTo>
                <a:lnTo>
                  <a:pt x="116129" y="109920"/>
                </a:lnTo>
                <a:lnTo>
                  <a:pt x="99510" y="103460"/>
                </a:lnTo>
                <a:lnTo>
                  <a:pt x="84787" y="93829"/>
                </a:lnTo>
                <a:lnTo>
                  <a:pt x="72377" y="81445"/>
                </a:lnTo>
                <a:close/>
              </a:path>
              <a:path w="271145" h="271145">
                <a:moveTo>
                  <a:pt x="172097" y="75958"/>
                </a:moveTo>
                <a:lnTo>
                  <a:pt x="163474" y="75958"/>
                </a:lnTo>
                <a:lnTo>
                  <a:pt x="151788" y="78314"/>
                </a:lnTo>
                <a:lnTo>
                  <a:pt x="142249" y="84740"/>
                </a:lnTo>
                <a:lnTo>
                  <a:pt x="135820" y="94271"/>
                </a:lnTo>
                <a:lnTo>
                  <a:pt x="133543" y="105549"/>
                </a:lnTo>
                <a:lnTo>
                  <a:pt x="133589" y="109435"/>
                </a:lnTo>
                <a:lnTo>
                  <a:pt x="133718" y="110604"/>
                </a:lnTo>
                <a:lnTo>
                  <a:pt x="134226" y="112788"/>
                </a:lnTo>
                <a:lnTo>
                  <a:pt x="192951" y="112788"/>
                </a:lnTo>
                <a:lnTo>
                  <a:pt x="193483" y="109920"/>
                </a:lnTo>
                <a:lnTo>
                  <a:pt x="193497" y="105549"/>
                </a:lnTo>
                <a:lnTo>
                  <a:pt x="199364" y="101320"/>
                </a:lnTo>
                <a:lnTo>
                  <a:pt x="204457" y="96024"/>
                </a:lnTo>
                <a:lnTo>
                  <a:pt x="205314" y="94741"/>
                </a:lnTo>
                <a:lnTo>
                  <a:pt x="191236" y="94741"/>
                </a:lnTo>
                <a:lnTo>
                  <a:pt x="197434" y="91020"/>
                </a:lnTo>
                <a:lnTo>
                  <a:pt x="201968" y="85420"/>
                </a:lnTo>
                <a:lnTo>
                  <a:pt x="185369" y="85420"/>
                </a:lnTo>
                <a:lnTo>
                  <a:pt x="179895" y="79590"/>
                </a:lnTo>
                <a:lnTo>
                  <a:pt x="172097" y="75958"/>
                </a:lnTo>
                <a:close/>
              </a:path>
              <a:path w="271145" h="271145">
                <a:moveTo>
                  <a:pt x="208470" y="90017"/>
                </a:moveTo>
                <a:lnTo>
                  <a:pt x="203085" y="92405"/>
                </a:lnTo>
                <a:lnTo>
                  <a:pt x="197307" y="94018"/>
                </a:lnTo>
                <a:lnTo>
                  <a:pt x="191236" y="94741"/>
                </a:lnTo>
                <a:lnTo>
                  <a:pt x="205314" y="94741"/>
                </a:lnTo>
                <a:lnTo>
                  <a:pt x="208470" y="90017"/>
                </a:lnTo>
                <a:close/>
              </a:path>
              <a:path w="271145" h="271145">
                <a:moveTo>
                  <a:pt x="204431" y="78143"/>
                </a:moveTo>
                <a:lnTo>
                  <a:pt x="198627" y="81584"/>
                </a:lnTo>
                <a:lnTo>
                  <a:pt x="192201" y="84073"/>
                </a:lnTo>
                <a:lnTo>
                  <a:pt x="185369" y="85420"/>
                </a:lnTo>
                <a:lnTo>
                  <a:pt x="201968" y="85420"/>
                </a:lnTo>
                <a:lnTo>
                  <a:pt x="202183" y="85153"/>
                </a:lnTo>
                <a:lnTo>
                  <a:pt x="204431" y="78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0ADF9924-CB37-74F0-E8DC-18C88F10298B}"/>
              </a:ext>
            </a:extLst>
          </p:cNvPr>
          <p:cNvSpPr/>
          <p:nvPr userDrawn="1"/>
        </p:nvSpPr>
        <p:spPr>
          <a:xfrm>
            <a:off x="11252826" y="6183951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5" h="271145">
                <a:moveTo>
                  <a:pt x="244043" y="0"/>
                </a:moveTo>
                <a:lnTo>
                  <a:pt x="27012" y="0"/>
                </a:lnTo>
                <a:lnTo>
                  <a:pt x="16496" y="2122"/>
                </a:lnTo>
                <a:lnTo>
                  <a:pt x="7910" y="7910"/>
                </a:lnTo>
                <a:lnTo>
                  <a:pt x="2122" y="16496"/>
                </a:lnTo>
                <a:lnTo>
                  <a:pt x="0" y="27012"/>
                </a:lnTo>
                <a:lnTo>
                  <a:pt x="0" y="244043"/>
                </a:lnTo>
                <a:lnTo>
                  <a:pt x="2122" y="254559"/>
                </a:lnTo>
                <a:lnTo>
                  <a:pt x="7910" y="263145"/>
                </a:lnTo>
                <a:lnTo>
                  <a:pt x="16496" y="268933"/>
                </a:lnTo>
                <a:lnTo>
                  <a:pt x="27012" y="271056"/>
                </a:lnTo>
                <a:lnTo>
                  <a:pt x="244043" y="271056"/>
                </a:lnTo>
                <a:lnTo>
                  <a:pt x="254564" y="268933"/>
                </a:lnTo>
                <a:lnTo>
                  <a:pt x="263150" y="263145"/>
                </a:lnTo>
                <a:lnTo>
                  <a:pt x="268935" y="254559"/>
                </a:lnTo>
                <a:lnTo>
                  <a:pt x="271056" y="244043"/>
                </a:lnTo>
                <a:lnTo>
                  <a:pt x="27101" y="244043"/>
                </a:lnTo>
                <a:lnTo>
                  <a:pt x="27012" y="27101"/>
                </a:lnTo>
                <a:lnTo>
                  <a:pt x="271056" y="27101"/>
                </a:lnTo>
                <a:lnTo>
                  <a:pt x="268935" y="16496"/>
                </a:lnTo>
                <a:lnTo>
                  <a:pt x="263150" y="7910"/>
                </a:lnTo>
                <a:lnTo>
                  <a:pt x="254564" y="2122"/>
                </a:lnTo>
                <a:lnTo>
                  <a:pt x="244043" y="0"/>
                </a:lnTo>
                <a:close/>
              </a:path>
              <a:path w="271145" h="271145">
                <a:moveTo>
                  <a:pt x="271056" y="27101"/>
                </a:moveTo>
                <a:lnTo>
                  <a:pt x="243954" y="27101"/>
                </a:lnTo>
                <a:lnTo>
                  <a:pt x="244043" y="243954"/>
                </a:lnTo>
                <a:lnTo>
                  <a:pt x="27101" y="244043"/>
                </a:lnTo>
                <a:lnTo>
                  <a:pt x="271056" y="244043"/>
                </a:lnTo>
                <a:lnTo>
                  <a:pt x="271056" y="27101"/>
                </a:lnTo>
                <a:close/>
              </a:path>
              <a:path w="271145" h="271145">
                <a:moveTo>
                  <a:pt x="107598" y="81420"/>
                </a:moveTo>
                <a:lnTo>
                  <a:pt x="68643" y="86245"/>
                </a:lnTo>
                <a:lnTo>
                  <a:pt x="57458" y="131426"/>
                </a:lnTo>
                <a:lnTo>
                  <a:pt x="57454" y="135534"/>
                </a:lnTo>
                <a:lnTo>
                  <a:pt x="57329" y="150216"/>
                </a:lnTo>
                <a:lnTo>
                  <a:pt x="75387" y="186601"/>
                </a:lnTo>
                <a:lnTo>
                  <a:pt x="127808" y="189556"/>
                </a:lnTo>
                <a:lnTo>
                  <a:pt x="163361" y="189635"/>
                </a:lnTo>
                <a:lnTo>
                  <a:pt x="178914" y="189352"/>
                </a:lnTo>
                <a:lnTo>
                  <a:pt x="212239" y="161841"/>
                </a:lnTo>
                <a:lnTo>
                  <a:pt x="212424" y="159524"/>
                </a:lnTo>
                <a:lnTo>
                  <a:pt x="120510" y="159524"/>
                </a:lnTo>
                <a:lnTo>
                  <a:pt x="120510" y="111531"/>
                </a:lnTo>
                <a:lnTo>
                  <a:pt x="213034" y="111531"/>
                </a:lnTo>
                <a:lnTo>
                  <a:pt x="212137" y="105737"/>
                </a:lnTo>
                <a:lnTo>
                  <a:pt x="161404" y="81892"/>
                </a:lnTo>
                <a:lnTo>
                  <a:pt x="143298" y="81545"/>
                </a:lnTo>
                <a:lnTo>
                  <a:pt x="107598" y="81420"/>
                </a:lnTo>
                <a:close/>
              </a:path>
              <a:path w="271145" h="271145">
                <a:moveTo>
                  <a:pt x="213034" y="111531"/>
                </a:moveTo>
                <a:lnTo>
                  <a:pt x="120510" y="111531"/>
                </a:lnTo>
                <a:lnTo>
                  <a:pt x="159473" y="135534"/>
                </a:lnTo>
                <a:lnTo>
                  <a:pt x="120510" y="159524"/>
                </a:lnTo>
                <a:lnTo>
                  <a:pt x="212424" y="159524"/>
                </a:lnTo>
                <a:lnTo>
                  <a:pt x="213215" y="149625"/>
                </a:lnTo>
                <a:lnTo>
                  <a:pt x="213575" y="139656"/>
                </a:lnTo>
                <a:lnTo>
                  <a:pt x="213509" y="120844"/>
                </a:lnTo>
                <a:lnTo>
                  <a:pt x="213118" y="112074"/>
                </a:lnTo>
                <a:lnTo>
                  <a:pt x="213034" y="111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44F8A66-3541-59BC-877B-81CDC3E306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221" y="2252439"/>
            <a:ext cx="3761558" cy="1920406"/>
          </a:xfrm>
          <a:prstGeom prst="rect">
            <a:avLst/>
          </a:prstGeom>
        </p:spPr>
      </p:pic>
      <p:sp>
        <p:nvSpPr>
          <p:cNvPr id="20" name="object 8">
            <a:extLst>
              <a:ext uri="{FF2B5EF4-FFF2-40B4-BE49-F238E27FC236}">
                <a16:creationId xmlns:a16="http://schemas.microsoft.com/office/drawing/2014/main" id="{CCF8F031-BF3A-38CB-7803-FD7921C76F62}"/>
              </a:ext>
            </a:extLst>
          </p:cNvPr>
          <p:cNvSpPr txBox="1"/>
          <p:nvPr userDrawn="1"/>
        </p:nvSpPr>
        <p:spPr>
          <a:xfrm>
            <a:off x="4038600" y="4343400"/>
            <a:ext cx="4114800" cy="3005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900"/>
              </a:lnSpc>
              <a:spcBef>
                <a:spcPts val="180"/>
              </a:spcBef>
            </a:pPr>
            <a:r>
              <a:rPr lang="es-PE" sz="2800">
                <a:solidFill>
                  <a:srgbClr val="FFFFFF"/>
                </a:solidFill>
                <a:latin typeface="Rimac Display"/>
                <a:cs typeface="BRSonoma-Regular"/>
              </a:rPr>
              <a:t>Juntos todo es posible</a:t>
            </a:r>
            <a:endParaRPr lang="es-PE" sz="2800">
              <a:latin typeface="Rimac Display"/>
              <a:cs typeface="BRSonoma-Regular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B81F241-0D2E-B14C-DE02-602749B81125}"/>
              </a:ext>
            </a:extLst>
          </p:cNvPr>
          <p:cNvGrpSpPr/>
          <p:nvPr userDrawn="1"/>
        </p:nvGrpSpPr>
        <p:grpSpPr>
          <a:xfrm>
            <a:off x="-616552" y="1020471"/>
            <a:ext cx="523636" cy="1417929"/>
            <a:chOff x="-612078" y="1409200"/>
            <a:chExt cx="523636" cy="141792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98B80D6-21BC-F1CD-42D2-B020C6D461E4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3D0161D3-8EC5-E53F-F842-665C00979404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24" name="Rectángulo: esquinas diagonales redondeadas 23">
                <a:extLst>
                  <a:ext uri="{FF2B5EF4-FFF2-40B4-BE49-F238E27FC236}">
                    <a16:creationId xmlns:a16="http://schemas.microsoft.com/office/drawing/2014/main" id="{2E41EA66-EC6B-FE0C-7914-A789FB578E22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E0E6F1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ángulo: esquinas diagonales redondeadas 24">
                <a:extLst>
                  <a:ext uri="{FF2B5EF4-FFF2-40B4-BE49-F238E27FC236}">
                    <a16:creationId xmlns:a16="http://schemas.microsoft.com/office/drawing/2014/main" id="{A48EA086-0DC8-B09E-8588-2732DBE0316E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AD4D2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ángulo: esquinas diagonales redondeadas 25">
                <a:extLst>
                  <a:ext uri="{FF2B5EF4-FFF2-40B4-BE49-F238E27FC236}">
                    <a16:creationId xmlns:a16="http://schemas.microsoft.com/office/drawing/2014/main" id="{9CE484DA-4265-144F-E4FB-68C71D075C17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ángulo: esquinas diagonales redondeadas 26">
                <a:extLst>
                  <a:ext uri="{FF2B5EF4-FFF2-40B4-BE49-F238E27FC236}">
                    <a16:creationId xmlns:a16="http://schemas.microsoft.com/office/drawing/2014/main" id="{26749219-3BFB-F771-C1B7-F7AD5828F8BF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07E78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ángulo: esquinas diagonales redondeadas 27">
                <a:extLst>
                  <a:ext uri="{FF2B5EF4-FFF2-40B4-BE49-F238E27FC236}">
                    <a16:creationId xmlns:a16="http://schemas.microsoft.com/office/drawing/2014/main" id="{C7F07ABD-F208-39D2-9AEC-7A196F5D213D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4546A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F6D6B449-C740-D2A6-42C7-316A2DE68B4E}"/>
              </a:ext>
            </a:extLst>
          </p:cNvPr>
          <p:cNvGrpSpPr/>
          <p:nvPr userDrawn="1"/>
        </p:nvGrpSpPr>
        <p:grpSpPr>
          <a:xfrm>
            <a:off x="-616552" y="4120393"/>
            <a:ext cx="523636" cy="1732279"/>
            <a:chOff x="-616552" y="3771901"/>
            <a:chExt cx="523636" cy="1732279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34014B3A-A92A-6093-BB43-731FD75A7C30}"/>
                </a:ext>
              </a:extLst>
            </p:cNvPr>
            <p:cNvGrpSpPr/>
            <p:nvPr userDrawn="1"/>
          </p:nvGrpSpPr>
          <p:grpSpPr>
            <a:xfrm>
              <a:off x="-616552" y="3771901"/>
              <a:ext cx="523636" cy="1732279"/>
              <a:chOff x="-612078" y="1827972"/>
              <a:chExt cx="523636" cy="1732279"/>
            </a:xfrm>
          </p:grpSpPr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DD6ECDDA-9FA1-6F0D-F784-D3E1D7E0AA49}"/>
                  </a:ext>
                </a:extLst>
              </p:cNvPr>
              <p:cNvSpPr/>
              <p:nvPr userDrawn="1"/>
            </p:nvSpPr>
            <p:spPr>
              <a:xfrm>
                <a:off x="-612078" y="1827972"/>
                <a:ext cx="523636" cy="1732279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noFill/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</a:pPr>
                <a:endParaRPr lang="es-PE" sz="105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54584253-E3DC-A98C-EF4B-037292735165}"/>
                  </a:ext>
                </a:extLst>
              </p:cNvPr>
              <p:cNvGrpSpPr/>
              <p:nvPr userDrawn="1"/>
            </p:nvGrpSpPr>
            <p:grpSpPr>
              <a:xfrm>
                <a:off x="-566555" y="1914215"/>
                <a:ext cx="432591" cy="1299607"/>
                <a:chOff x="-566555" y="1903339"/>
                <a:chExt cx="432591" cy="1299607"/>
              </a:xfrm>
            </p:grpSpPr>
            <p:sp>
              <p:nvSpPr>
                <p:cNvPr id="36" name="Rectángulo: esquinas diagonales redondeadas 35">
                  <a:extLst>
                    <a:ext uri="{FF2B5EF4-FFF2-40B4-BE49-F238E27FC236}">
                      <a16:creationId xmlns:a16="http://schemas.microsoft.com/office/drawing/2014/main" id="{9913217C-EEDD-242F-83F3-2A68DE157CEE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1903339"/>
                  <a:ext cx="432591" cy="233692"/>
                </a:xfrm>
                <a:prstGeom prst="round2DiagRect">
                  <a:avLst/>
                </a:prstGeom>
                <a:solidFill>
                  <a:schemeClr val="tx1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Rectángulo: esquinas diagonales redondeadas 36">
                  <a:extLst>
                    <a:ext uri="{FF2B5EF4-FFF2-40B4-BE49-F238E27FC236}">
                      <a16:creationId xmlns:a16="http://schemas.microsoft.com/office/drawing/2014/main" id="{FD8643F6-4F13-8861-9EF7-CD61ACE00B16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436297"/>
                  <a:ext cx="432591" cy="233692"/>
                </a:xfrm>
                <a:prstGeom prst="round2DiagRect">
                  <a:avLst/>
                </a:prstGeom>
                <a:solidFill>
                  <a:srgbClr val="808080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Rectángulo: esquinas diagonales redondeadas 37">
                  <a:extLst>
                    <a:ext uri="{FF2B5EF4-FFF2-40B4-BE49-F238E27FC236}">
                      <a16:creationId xmlns:a16="http://schemas.microsoft.com/office/drawing/2014/main" id="{6B2A1F2F-1B0D-D2A5-EE68-5EC18ECA8584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969254"/>
                  <a:ext cx="432591" cy="233692"/>
                </a:xfrm>
                <a:prstGeom prst="round2DiagRect">
                  <a:avLst/>
                </a:prstGeom>
                <a:solidFill>
                  <a:srgbClr val="ECECEC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Rectángulo: esquinas diagonales redondeadas 38">
                  <a:extLst>
                    <a:ext uri="{FF2B5EF4-FFF2-40B4-BE49-F238E27FC236}">
                      <a16:creationId xmlns:a16="http://schemas.microsoft.com/office/drawing/2014/main" id="{3D4F76C7-ACF8-8733-AE58-C047F74BEB62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702776"/>
                  <a:ext cx="432591" cy="233692"/>
                </a:xfrm>
                <a:prstGeom prst="round2DiagRect">
                  <a:avLst/>
                </a:prstGeom>
                <a:solidFill>
                  <a:srgbClr val="B2B2B2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Rectángulo: esquinas diagonales redondeadas 39">
                  <a:extLst>
                    <a:ext uri="{FF2B5EF4-FFF2-40B4-BE49-F238E27FC236}">
                      <a16:creationId xmlns:a16="http://schemas.microsoft.com/office/drawing/2014/main" id="{EF1F10B7-853B-9770-BA9A-C28C032879BF}"/>
                    </a:ext>
                  </a:extLst>
                </p:cNvPr>
                <p:cNvSpPr/>
                <p:nvPr userDrawn="1"/>
              </p:nvSpPr>
              <p:spPr bwMode="auto">
                <a:xfrm>
                  <a:off x="-566555" y="2169818"/>
                  <a:ext cx="432591" cy="233692"/>
                </a:xfrm>
                <a:prstGeom prst="round2DiagRect">
                  <a:avLst/>
                </a:prstGeom>
                <a:solidFill>
                  <a:srgbClr val="4D4D4D"/>
                </a:solidFill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0" tIns="45231" rIns="0" bIns="45231" rtlCol="0" anchor="ctr"/>
                <a:lstStyle/>
                <a:p>
                  <a:pPr marL="0" marR="0" indent="0" algn="ctr" defTabSz="887745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es-PE" sz="1000" b="1" kern="0">
                    <a:solidFill>
                      <a:schemeClr val="bg1"/>
                    </a:solidFill>
                    <a:ea typeface="SimSun" pitchFamily="2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3" name="Rectángulo: esquinas diagonales redondeadas 32">
              <a:extLst>
                <a:ext uri="{FF2B5EF4-FFF2-40B4-BE49-F238E27FC236}">
                  <a16:creationId xmlns:a16="http://schemas.microsoft.com/office/drawing/2014/main" id="{924B7442-CE7F-E93B-4CEF-EFDEABCD9FBA}"/>
                </a:ext>
              </a:extLst>
            </p:cNvPr>
            <p:cNvSpPr/>
            <p:nvPr userDrawn="1"/>
          </p:nvSpPr>
          <p:spPr bwMode="auto">
            <a:xfrm>
              <a:off x="-571825" y="5198802"/>
              <a:ext cx="432591" cy="233692"/>
            </a:xfrm>
            <a:prstGeom prst="round2DiagRect">
              <a:avLst/>
            </a:prstGeom>
            <a:solidFill>
              <a:srgbClr val="F1F3D9"/>
            </a:solidFill>
            <a:ln w="12700" algn="ctr">
              <a:noFill/>
              <a:miter lim="800000"/>
              <a:headEnd/>
              <a:tailEnd/>
            </a:ln>
          </p:spPr>
          <p:txBody>
            <a:bodyPr lIns="0" tIns="45231" rIns="0" bIns="45231" rtlCol="0" anchor="ctr"/>
            <a:lstStyle/>
            <a:p>
              <a:pPr marL="0" marR="0" indent="0" algn="ctr" defTabSz="8877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es-PE" sz="1000" b="1" kern="0">
                <a:ea typeface="SimSun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83651FD-8636-D4E6-53C8-06C8DB794438}"/>
              </a:ext>
            </a:extLst>
          </p:cNvPr>
          <p:cNvGrpSpPr/>
          <p:nvPr userDrawn="1"/>
        </p:nvGrpSpPr>
        <p:grpSpPr>
          <a:xfrm>
            <a:off x="-616552" y="2570432"/>
            <a:ext cx="523636" cy="1417929"/>
            <a:chOff x="-612078" y="1409200"/>
            <a:chExt cx="523636" cy="1417929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CFA58D17-EF2D-13CE-4B36-8A9BC9628E91}"/>
                </a:ext>
              </a:extLst>
            </p:cNvPr>
            <p:cNvSpPr/>
            <p:nvPr userDrawn="1"/>
          </p:nvSpPr>
          <p:spPr>
            <a:xfrm>
              <a:off x="-612078" y="1409200"/>
              <a:ext cx="523636" cy="1417929"/>
            </a:xfrm>
            <a:prstGeom prst="rect">
              <a:avLst/>
            </a:prstGeom>
            <a:solidFill>
              <a:srgbClr val="FFFFFF"/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s-PE" sz="1050" b="1">
                <a:solidFill>
                  <a:schemeClr val="bg1"/>
                </a:solidFill>
              </a:endParaRPr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9777E384-B4CB-BBB8-1634-600608BCF49E}"/>
                </a:ext>
              </a:extLst>
            </p:cNvPr>
            <p:cNvGrpSpPr/>
            <p:nvPr userDrawn="1"/>
          </p:nvGrpSpPr>
          <p:grpSpPr>
            <a:xfrm>
              <a:off x="-566555" y="1457678"/>
              <a:ext cx="432591" cy="1299608"/>
              <a:chOff x="-566555" y="1446802"/>
              <a:chExt cx="432591" cy="1299608"/>
            </a:xfrm>
          </p:grpSpPr>
          <p:sp>
            <p:nvSpPr>
              <p:cNvPr id="44" name="Rectángulo: esquinas diagonales redondeadas 43">
                <a:extLst>
                  <a:ext uri="{FF2B5EF4-FFF2-40B4-BE49-F238E27FC236}">
                    <a16:creationId xmlns:a16="http://schemas.microsoft.com/office/drawing/2014/main" id="{F5D2F2B3-8E63-5175-B867-9B540A4083C3}"/>
                  </a:ext>
                </a:extLst>
              </p:cNvPr>
              <p:cNvSpPr/>
              <p:nvPr userDrawn="1"/>
            </p:nvSpPr>
            <p:spPr bwMode="auto">
              <a:xfrm>
                <a:off x="-566555" y="2246239"/>
                <a:ext cx="432591" cy="233692"/>
              </a:xfrm>
              <a:prstGeom prst="round2DiagRect">
                <a:avLst/>
              </a:prstGeom>
              <a:solidFill>
                <a:srgbClr val="84BD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5" name="Rectángulo: esquinas diagonales redondeadas 44">
                <a:extLst>
                  <a:ext uri="{FF2B5EF4-FFF2-40B4-BE49-F238E27FC236}">
                    <a16:creationId xmlns:a16="http://schemas.microsoft.com/office/drawing/2014/main" id="{F13FD94E-F195-1FBA-D06A-917A4A12C24C}"/>
                  </a:ext>
                </a:extLst>
              </p:cNvPr>
              <p:cNvSpPr/>
              <p:nvPr userDrawn="1"/>
            </p:nvSpPr>
            <p:spPr bwMode="auto">
              <a:xfrm>
                <a:off x="-566555" y="1979760"/>
                <a:ext cx="432591" cy="233692"/>
              </a:xfrm>
              <a:prstGeom prst="round2DiagRect">
                <a:avLst/>
              </a:prstGeom>
              <a:solidFill>
                <a:srgbClr val="FFC6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ángulo: esquinas diagonales redondeadas 45">
                <a:extLst>
                  <a:ext uri="{FF2B5EF4-FFF2-40B4-BE49-F238E27FC236}">
                    <a16:creationId xmlns:a16="http://schemas.microsoft.com/office/drawing/2014/main" id="{12B982BF-7EB6-F10A-5F99-BAD8B993303E}"/>
                  </a:ext>
                </a:extLst>
              </p:cNvPr>
              <p:cNvSpPr/>
              <p:nvPr userDrawn="1"/>
            </p:nvSpPr>
            <p:spPr bwMode="auto">
              <a:xfrm>
                <a:off x="-566555" y="1446802"/>
                <a:ext cx="432591" cy="233692"/>
              </a:xfrm>
              <a:prstGeom prst="round2DiagRect">
                <a:avLst/>
              </a:prstGeom>
              <a:solidFill>
                <a:srgbClr val="E6281E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ángulo: esquinas diagonales redondeadas 46">
                <a:extLst>
                  <a:ext uri="{FF2B5EF4-FFF2-40B4-BE49-F238E27FC236}">
                    <a16:creationId xmlns:a16="http://schemas.microsoft.com/office/drawing/2014/main" id="{A8206F98-224E-15AE-8EF4-EE93B7AB6C9E}"/>
                  </a:ext>
                </a:extLst>
              </p:cNvPr>
              <p:cNvSpPr/>
              <p:nvPr userDrawn="1"/>
            </p:nvSpPr>
            <p:spPr bwMode="auto">
              <a:xfrm>
                <a:off x="-566555" y="1713281"/>
                <a:ext cx="432591" cy="233692"/>
              </a:xfrm>
              <a:prstGeom prst="round2DiagRect">
                <a:avLst/>
              </a:prstGeom>
              <a:solidFill>
                <a:srgbClr val="FF8200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ctángulo: esquinas diagonales redondeadas 47">
                <a:extLst>
                  <a:ext uri="{FF2B5EF4-FFF2-40B4-BE49-F238E27FC236}">
                    <a16:creationId xmlns:a16="http://schemas.microsoft.com/office/drawing/2014/main" id="{70BA93E0-9E43-4ADA-1507-8EB2B54F2EB2}"/>
                  </a:ext>
                </a:extLst>
              </p:cNvPr>
              <p:cNvSpPr/>
              <p:nvPr userDrawn="1"/>
            </p:nvSpPr>
            <p:spPr bwMode="auto">
              <a:xfrm>
                <a:off x="-566555" y="2512718"/>
                <a:ext cx="432591" cy="233692"/>
              </a:xfrm>
              <a:prstGeom prst="round2DiagRect">
                <a:avLst/>
              </a:prstGeom>
              <a:solidFill>
                <a:srgbClr val="40C1AC"/>
              </a:solidFill>
              <a:ln w="12700" algn="ctr">
                <a:noFill/>
                <a:miter lim="800000"/>
                <a:headEnd/>
                <a:tailEnd/>
              </a:ln>
            </p:spPr>
            <p:txBody>
              <a:bodyPr lIns="0" tIns="45231" rIns="0" bIns="45231" rtlCol="0" anchor="ctr"/>
              <a:lstStyle/>
              <a:p>
                <a:pPr marL="0" marR="0" indent="0" algn="ctr" defTabSz="88774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s-PE" sz="1000" b="1" kern="0">
                  <a:solidFill>
                    <a:schemeClr val="bg1"/>
                  </a:solidFill>
                  <a:ea typeface="SimSun" pitchFamily="2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479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F1E79-BA98-E00E-AEFC-2AA43056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682648-947B-D2DE-DFA5-9D88384D6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5B881D-8D9F-1579-FB90-675DF561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9A85-2FD8-444A-9ED3-7491F496A5C0}" type="datetimeFigureOut">
              <a:rPr lang="es-PE" smtClean="0"/>
              <a:t>20/05/2026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0F5BB4-995C-971B-9F25-F85746E5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686715-AF43-E6EE-D8B8-4877910E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C31C-FEBF-4C1D-8418-CE020414F8A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4997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227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99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03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601751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270" imgH="270" progId="TCLayout.ActiveDocument.1">
                  <p:embed/>
                </p:oleObj>
              </mc:Choice>
              <mc:Fallback>
                <p:oleObj name="think-cell Slide" r:id="rId17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ángulo 2" hidden="1">
            <a:extLst>
              <a:ext uri="{FF2B5EF4-FFF2-40B4-BE49-F238E27FC236}">
                <a16:creationId xmlns:a16="http://schemas.microsoft.com/office/drawing/2014/main" id="{F1021CE4-DD3F-44CD-84E2-73B6A7C27F64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46000" y="232273"/>
            <a:ext cx="11700000" cy="3046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5000" y="6536479"/>
            <a:ext cx="381000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31B685-20EB-4591-B4E7-F4641274A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000" y="1025524"/>
            <a:ext cx="10933350" cy="225908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</a:pPr>
            <a:r>
              <a:rPr lang="en-US"/>
              <a:t>Sixth level</a:t>
            </a:r>
          </a:p>
          <a:p>
            <a:pPr marL="269875" lvl="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/>
              <a:t>Seventh Level</a:t>
            </a:r>
          </a:p>
          <a:p>
            <a:pPr lvl="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9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66" r:id="rId2"/>
    <p:sldLayoutId id="2147483748" r:id="rId3"/>
    <p:sldLayoutId id="2147483724" r:id="rId4"/>
    <p:sldLayoutId id="2147483770" r:id="rId5"/>
    <p:sldLayoutId id="2147483726" r:id="rId6"/>
    <p:sldLayoutId id="2147483729" r:id="rId7"/>
    <p:sldLayoutId id="2147483756" r:id="rId8"/>
    <p:sldLayoutId id="2147483727" r:id="rId9"/>
    <p:sldLayoutId id="2147483747" r:id="rId10"/>
    <p:sldLayoutId id="2147483769" r:id="rId11"/>
    <p:sldLayoutId id="2147483768" r:id="rId12"/>
    <p:sldLayoutId id="2147483771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Tx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171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341313" marR="0" indent="-165100" algn="l" defTabSz="914400" rtl="0" eaLnBrk="1" fontAlgn="auto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SzTx/>
        <a:buFont typeface="Trebuchet MS" panose="020B0603020202020204" pitchFamily="34" charset="0"/>
        <a:buChar char="−"/>
        <a:tabLst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5040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lang="en-US" sz="1400" kern="1200">
          <a:solidFill>
            <a:schemeClr val="tx1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​"/>
        <a:defRPr lang="en-US" sz="1400" b="1" kern="1200" smtClean="0">
          <a:solidFill>
            <a:schemeClr val="tx1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5pPr>
      <a:lvl6pPr marL="171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600"/>
        </a:spcAft>
        <a:buFont typeface="Arial" panose="020B0604020202020204" pitchFamily="34" charset="0"/>
        <a:buChar char="​"/>
        <a:defRPr lang="en-US" sz="1200" kern="1200" baseline="0" smtClean="0">
          <a:solidFill>
            <a:schemeClr val="tx1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7pPr>
      <a:lvl8pPr marL="269875" indent="-152400" algn="l" defTabSz="914400" rtl="0" eaLnBrk="1" latinLnBrk="0" hangingPunct="1">
        <a:lnSpc>
          <a:spcPct val="90000"/>
        </a:lnSpc>
        <a:spcBef>
          <a:spcPts val="900"/>
        </a:spcBef>
        <a:spcAft>
          <a:spcPts val="600"/>
        </a:spcAft>
        <a:buFont typeface="Arial" panose="020B0604020202020204" pitchFamily="34" charset="0"/>
        <a:buChar char="​"/>
        <a:defRPr lang="en-US" sz="1200" kern="1200" baseline="0" smtClean="0">
          <a:solidFill>
            <a:schemeClr val="tx2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lang="en-US" sz="1400" b="1" kern="1200" baseline="0" dirty="0">
          <a:solidFill>
            <a:schemeClr val="tx2"/>
          </a:solidFill>
          <a:latin typeface="Trebuchet MS" panose="020B0603020202020204" pitchFamily="34" charset="0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 userDrawn="1">
          <p15:clr>
            <a:srgbClr val="F26B43"/>
          </p15:clr>
        </p15:guide>
        <p15:guide id="2" pos="143" userDrawn="1">
          <p15:clr>
            <a:srgbClr val="F26B43"/>
          </p15:clr>
        </p15:guide>
        <p15:guide id="3" pos="7537" userDrawn="1">
          <p15:clr>
            <a:srgbClr val="F26B43"/>
          </p15:clr>
        </p15:guide>
        <p15:guide id="4" orient="horz" pos="38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85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52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F5C3AB-EF58-F313-2299-B697C070E424}"/>
              </a:ext>
            </a:extLst>
          </p:cNvPr>
          <p:cNvSpPr txBox="1"/>
          <p:nvPr/>
        </p:nvSpPr>
        <p:spPr>
          <a:xfrm>
            <a:off x="557217" y="2381628"/>
            <a:ext cx="5951220" cy="1289456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2700" marR="5080" indent="50800">
              <a:lnSpc>
                <a:spcPts val="5300"/>
              </a:lnSpc>
              <a:spcBef>
                <a:spcPts val="995"/>
              </a:spcBef>
            </a:pPr>
            <a:r>
              <a:rPr lang="es-ES" sz="5100" b="1" spc="-30" dirty="0">
                <a:solidFill>
                  <a:srgbClr val="FFFFFF"/>
                </a:solidFill>
                <a:latin typeface="Rimac Display"/>
                <a:cs typeface="Rimac Display"/>
              </a:rPr>
              <a:t>TAA </a:t>
            </a:r>
            <a:r>
              <a:rPr lang="es-ES" sz="5100" b="1" spc="-30" dirty="0" err="1">
                <a:solidFill>
                  <a:srgbClr val="FFFFFF"/>
                </a:solidFill>
                <a:latin typeface="Rimac Display"/>
                <a:cs typeface="Rimac Display"/>
              </a:rPr>
              <a:t>System</a:t>
            </a:r>
            <a:endParaRPr sz="5100" dirty="0">
              <a:latin typeface="Rimac Display"/>
              <a:cs typeface="Rimac Display"/>
            </a:endParaRPr>
          </a:p>
          <a:p>
            <a:pPr marL="53975">
              <a:lnSpc>
                <a:spcPct val="100000"/>
              </a:lnSpc>
              <a:spcBef>
                <a:spcPts val="415"/>
              </a:spcBef>
            </a:pPr>
            <a:r>
              <a:rPr lang="es-PE" sz="2800" spc="-10" dirty="0">
                <a:solidFill>
                  <a:srgbClr val="FFFFFF"/>
                </a:solidFill>
                <a:latin typeface="BRSonoma-Regular"/>
                <a:cs typeface="BRSonoma-Regular"/>
              </a:rPr>
              <a:t>Gestión de Portafolios</a:t>
            </a:r>
            <a:endParaRPr sz="2800" dirty="0">
              <a:latin typeface="BRSonoma-Regular"/>
              <a:cs typeface="BRSonoma-Regular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6E3559-F4F7-722A-3220-C8580E330D9E}"/>
              </a:ext>
            </a:extLst>
          </p:cNvPr>
          <p:cNvSpPr txBox="1"/>
          <p:nvPr/>
        </p:nvSpPr>
        <p:spPr>
          <a:xfrm>
            <a:off x="583812" y="5272332"/>
            <a:ext cx="8422640" cy="4552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s-PE" sz="2800" dirty="0">
                <a:solidFill>
                  <a:srgbClr val="FFFFFF"/>
                </a:solidFill>
                <a:latin typeface="BRSonoma-Regular"/>
                <a:cs typeface="BRSonoma-Regular"/>
              </a:rPr>
              <a:t>Mayo 2026</a:t>
            </a:r>
            <a:endParaRPr sz="2800" dirty="0">
              <a:latin typeface="BRSonoma-Regular"/>
              <a:cs typeface="BRSonoma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6787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E8CC7A43-66DC-3711-899E-3999B24C69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9416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CC7A43-66DC-3711-899E-3999B24C69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B4184091-063C-76F5-9FCF-14954B436F58}"/>
              </a:ext>
            </a:extLst>
          </p:cNvPr>
          <p:cNvSpPr/>
          <p:nvPr/>
        </p:nvSpPr>
        <p:spPr>
          <a:xfrm>
            <a:off x="211772" y="1030559"/>
            <a:ext cx="9589918" cy="612000"/>
          </a:xfrm>
          <a:prstGeom prst="roundRect">
            <a:avLst/>
          </a:prstGeom>
          <a:solidFill>
            <a:srgbClr val="FAD4D2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1D72ECC-12F8-A319-EB27-C41F3F660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62988A-F69C-1BF5-0787-5421E82B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38" y="398860"/>
            <a:ext cx="9554652" cy="443198"/>
          </a:xfrm>
        </p:spPr>
        <p:txBody>
          <a:bodyPr vert="horz"/>
          <a:lstStyle/>
          <a:p>
            <a:r>
              <a:rPr lang="en-US" sz="3200" dirty="0"/>
              <a:t>Agenda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51942B-6913-6557-1712-15854C2C8F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038" y="122220"/>
            <a:ext cx="9554652" cy="227498"/>
          </a:xfrm>
        </p:spPr>
        <p:txBody>
          <a:bodyPr/>
          <a:lstStyle/>
          <a:p>
            <a:r>
              <a:rPr lang="en-US"/>
              <a:t>Dashboard TAA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B8FBD9-E4DE-A1D2-9310-D2B5E833F4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E39505-8D2E-CE5E-1D98-6BA4A99679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037" y="1030560"/>
            <a:ext cx="8834653" cy="389915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EA837BC-1338-CDEB-BF11-151E4778BF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7037" y="1386471"/>
            <a:ext cx="8834653" cy="22749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FA6744F-1D20-E3EE-5BB4-59C9D68A0B3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D097975-A062-8383-387E-218B4D33913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6D128A7-603D-7FE0-A319-5D8FA71470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4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2CCC65D-12BB-D51D-0AD1-88F47B97E1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7037" y="1778546"/>
            <a:ext cx="8834653" cy="389915"/>
          </a:xfrm>
        </p:spPr>
        <p:txBody>
          <a:bodyPr/>
          <a:lstStyle/>
          <a:p>
            <a:r>
              <a:rPr lang="en-US" dirty="0"/>
              <a:t>Signal Engine &amp; Transform Codes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C07DEA33-3CD9-F784-1329-B3AC04DFF0A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D0C0936-A6F1-FE86-593D-553F6E07C3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7037" y="2532857"/>
            <a:ext cx="8834653" cy="389915"/>
          </a:xfrm>
        </p:spPr>
        <p:txBody>
          <a:bodyPr/>
          <a:lstStyle/>
          <a:p>
            <a:r>
              <a:rPr lang="en-US" dirty="0"/>
              <a:t>The Four Pillars (F / M / S / V)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B6ED71F5-D596-D2CE-7E40-63A4A26C1F0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468BB9BD-94B8-2BCE-660B-030E24A1E02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7037" y="3287169"/>
            <a:ext cx="8834653" cy="389915"/>
          </a:xfrm>
        </p:spPr>
        <p:txBody>
          <a:bodyPr/>
          <a:lstStyle/>
          <a:p>
            <a:r>
              <a:rPr lang="en-US" dirty="0"/>
              <a:t>Composite Scoring &amp; Conviction Mapping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51AD282-2519-468B-CE34-88C29E40AA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875E4FDB-4B53-E0E3-7698-876DF9D83F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5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FF47CC5-CFFD-19C6-294F-7F4A61F123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6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30DA6B56-6DB1-FC7D-199E-718D893A370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7037" y="4075770"/>
            <a:ext cx="8834653" cy="389915"/>
          </a:xfrm>
        </p:spPr>
        <p:txBody>
          <a:bodyPr/>
          <a:lstStyle/>
          <a:p>
            <a:r>
              <a:rPr lang="en-US" dirty="0"/>
              <a:t>Conviction &amp; Views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F009938A-238A-B032-A3A6-DBF874E7481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7694B601-FF0A-0666-11E3-E99EAB748DB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67037" y="4830082"/>
            <a:ext cx="8834653" cy="389915"/>
          </a:xfrm>
        </p:spPr>
        <p:txBody>
          <a:bodyPr/>
          <a:lstStyle/>
          <a:p>
            <a:r>
              <a:rPr lang="en-US" dirty="0"/>
              <a:t>Hierarchy, Portfolio &amp; Implementation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94C531BD-7E70-4666-AD9E-6EB468F34C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A02754E3-BE16-19B7-B025-71B42E42027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>
              <a:solidFill>
                <a:srgbClr val="E6281E"/>
              </a:solidFill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1FF6680F-A7E5-6E9A-D601-7B810582C38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68564FF-BE5C-701F-481F-080EC1851FD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0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EADB-8D80-8D1B-4816-1B17C822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7">
            <a:extLst>
              <a:ext uri="{FF2B5EF4-FFF2-40B4-BE49-F238E27FC236}">
                <a16:creationId xmlns:a16="http://schemas.microsoft.com/office/drawing/2014/main" id="{2F75CE5A-1B93-7D97-4ED0-B553F5D15231}"/>
              </a:ext>
            </a:extLst>
          </p:cNvPr>
          <p:cNvSpPr/>
          <p:nvPr/>
        </p:nvSpPr>
        <p:spPr>
          <a:xfrm>
            <a:off x="6184228" y="1143001"/>
            <a:ext cx="5760000" cy="4952999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C91ADB9-A96D-F43A-09A8-5A0E494B5A53}"/>
              </a:ext>
            </a:extLst>
          </p:cNvPr>
          <p:cNvSpPr/>
          <p:nvPr/>
        </p:nvSpPr>
        <p:spPr>
          <a:xfrm>
            <a:off x="244798" y="1143001"/>
            <a:ext cx="5760000" cy="4952999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D6A59A-4E9E-D929-98CF-7BCF8F08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Design Principles and Active Asset Class Universe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A413BC-9C69-1C1B-D629-AF9AC48E9C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System Overview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67D7857-9E11-2B59-2B89-29184DB1A2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168CD90-37A9-679D-F6B9-03BCD895BC6A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254FCC78-9CF8-3A57-F1E6-6210CF8E68E3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The TAA system generates weekly tactical tilts across 6 active asset classes using 4 signal pillars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DEC2EE1-1581-C8E8-2DBF-77B9DBEA0885}"/>
              </a:ext>
            </a:extLst>
          </p:cNvPr>
          <p:cNvSpPr/>
          <p:nvPr/>
        </p:nvSpPr>
        <p:spPr>
          <a:xfrm>
            <a:off x="557448" y="1803642"/>
            <a:ext cx="5233751" cy="299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Inputs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All signals, weights, and mappings defined in config/taa_config.xlsx. No hardcoded parameters in code.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Signals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— Every signal has a verifiable data source (Bloomberg, FRED, ICE BofA) and clear economic rationale. There could be custom signals that combine plain inputs from approved sources, allowing analytical flexibility without losing transparency.​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Sign lives in mapping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— Direction (bullish/bearish) is set exclusively in SignalMapping.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No short positions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— force_zero_sum = True, weights clipped at zero. MM and STFI absorb net tilts.</a:t>
            </a:r>
            <a:endParaRPr lang="en-US" sz="1200" dirty="0">
              <a:latin typeface="Trebuchet MS" panose="020B0603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Full reproducibility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— All outputs time-stamped (RUN_YYYYMMDD_HHMMSS). Inputs + config version-controlled. Pipeline produces identical outputs given identical inputs.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0D58467-CE73-388E-306D-077817D527EF}"/>
              </a:ext>
            </a:extLst>
          </p:cNvPr>
          <p:cNvSpPr/>
          <p:nvPr/>
        </p:nvSpPr>
        <p:spPr>
          <a:xfrm>
            <a:off x="533398" y="1309492"/>
            <a:ext cx="525780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913"/>
              </a:lnSpc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Design Principles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3C8C8F4-25F8-4F59-D02C-E6383F7DADD1}"/>
              </a:ext>
            </a:extLst>
          </p:cNvPr>
          <p:cNvSpPr/>
          <p:nvPr/>
        </p:nvSpPr>
        <p:spPr>
          <a:xfrm>
            <a:off x="6400801" y="1345429"/>
            <a:ext cx="525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913"/>
              </a:lnSpc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Active Asset Class Universe</a:t>
            </a:r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7FD3F858-9140-1A22-36E1-EB780D7CF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520536"/>
              </p:ext>
            </p:extLst>
          </p:nvPr>
        </p:nvGraphicFramePr>
        <p:xfrm>
          <a:off x="6553200" y="1903456"/>
          <a:ext cx="4912491" cy="1680561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96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Asset Class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Group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Type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LT US Treasuries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FI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L2 child of FI agg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LT US Corporate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FI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L2 child of FI agg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LT EM Fixed Income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FI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L2 child of FI agg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US Equity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EQ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Standalone L1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18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DM ex-US Equity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EQ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Standalone L1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463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EM Equity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EQ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Standalone L1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6">
            <a:extLst>
              <a:ext uri="{FF2B5EF4-FFF2-40B4-BE49-F238E27FC236}">
                <a16:creationId xmlns:a16="http://schemas.microsoft.com/office/drawing/2014/main" id="{CFD1C23E-90B5-EAC2-38DC-811DB75BF710}"/>
              </a:ext>
            </a:extLst>
          </p:cNvPr>
          <p:cNvSpPr/>
          <p:nvPr/>
        </p:nvSpPr>
        <p:spPr>
          <a:xfrm>
            <a:off x="6530578" y="3826786"/>
            <a:ext cx="5067300" cy="158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000"/>
              </a:spcBef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Note: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Money Market and Short-Term FI are present in portfolios with SAA weights but receive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no TAA signal tilt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. They naturally absorb the net excess of tilts generated by the 6 active ACs under the zero-sum constraint.</a:t>
            </a:r>
          </a:p>
          <a:p>
            <a:pPr>
              <a:spcBef>
                <a:spcPts val="1000"/>
              </a:spcBef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For example, an OW in EM Equity is effectively financed by a relative UW in MM/STFI.</a:t>
            </a:r>
          </a:p>
          <a:p>
            <a:pPr>
              <a:spcBef>
                <a:spcPts val="1000"/>
              </a:spcBef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All 6 ACs roll up into 4 L1 buckets for the hierarchy view.</a:t>
            </a:r>
          </a:p>
        </p:txBody>
      </p:sp>
    </p:spTree>
    <p:extLst>
      <p:ext uri="{BB962C8B-B14F-4D97-AF65-F5344CB8AC3E}">
        <p14:creationId xmlns:p14="http://schemas.microsoft.com/office/powerpoint/2010/main" val="241552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AB59D-8C12-9006-599B-9B697689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50DCD-8B04-D864-1C73-4256A100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Construction of the TAA System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9C7900-3B9C-3CA4-5D75-3DAE4FC2F8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System Overview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C711221-8715-3B3C-6169-90D4FD8E0E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E86EAA-BC20-3173-346D-C04D93C0EE0E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44D73DD-B495-A037-07CD-E753C51302A8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From signal pillars to Z-score aggregation and final absolute/relative views</a:t>
            </a: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B0E6F79-BA68-6DA4-06C8-4E450C4DE3A7}"/>
              </a:ext>
            </a:extLst>
          </p:cNvPr>
          <p:cNvSpPr/>
          <p:nvPr/>
        </p:nvSpPr>
        <p:spPr>
          <a:xfrm>
            <a:off x="8454330" y="1143000"/>
            <a:ext cx="3509070" cy="4542764"/>
          </a:xfrm>
          <a:prstGeom prst="roundRect">
            <a:avLst>
              <a:gd name="adj" fmla="val 5486"/>
            </a:avLst>
          </a:prstGeom>
          <a:solidFill>
            <a:srgbClr val="FFFFFF"/>
          </a:solidFill>
          <a:ln w="9525">
            <a:solidFill>
              <a:srgbClr val="D5D9DE"/>
            </a:solidFill>
          </a:ln>
          <a:effectLst>
            <a:outerShdw blurRad="133350" dist="3810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42EA31-2298-DAE8-F361-527C4AFE024A}"/>
              </a:ext>
            </a:extLst>
          </p:cNvPr>
          <p:cNvSpPr/>
          <p:nvPr/>
        </p:nvSpPr>
        <p:spPr>
          <a:xfrm>
            <a:off x="244799" y="1143001"/>
            <a:ext cx="8028555" cy="4540899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2590B75-AE6D-94E6-7C97-0B330F1A7C1D}"/>
              </a:ext>
            </a:extLst>
          </p:cNvPr>
          <p:cNvSpPr/>
          <p:nvPr/>
        </p:nvSpPr>
        <p:spPr>
          <a:xfrm>
            <a:off x="8610600" y="1624013"/>
            <a:ext cx="3193351" cy="554832"/>
          </a:xfrm>
          <a:prstGeom prst="roundRect">
            <a:avLst>
              <a:gd name="adj" fmla="val 14706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358055B-C19B-6F45-3DD8-F5E92A0C8156}"/>
              </a:ext>
            </a:extLst>
          </p:cNvPr>
          <p:cNvSpPr/>
          <p:nvPr/>
        </p:nvSpPr>
        <p:spPr>
          <a:xfrm>
            <a:off x="8753474" y="172439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F516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8CDFB7FB-E6BF-64ED-9B95-8A25ACD07D69}"/>
              </a:ext>
            </a:extLst>
          </p:cNvPr>
          <p:cNvSpPr/>
          <p:nvPr/>
        </p:nvSpPr>
        <p:spPr>
          <a:xfrm>
            <a:off x="8610600" y="2286000"/>
            <a:ext cx="3193351" cy="718004"/>
          </a:xfrm>
          <a:prstGeom prst="roundRect">
            <a:avLst>
              <a:gd name="adj" fmla="val 13255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F0D444C-26E1-7358-793F-BE26C1A37376}"/>
              </a:ext>
            </a:extLst>
          </p:cNvPr>
          <p:cNvSpPr/>
          <p:nvPr/>
        </p:nvSpPr>
        <p:spPr>
          <a:xfrm>
            <a:off x="8753474" y="2456983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A5A5A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6E4824B-E410-4606-46DE-2C0DAA7F86F8}"/>
              </a:ext>
            </a:extLst>
          </p:cNvPr>
          <p:cNvSpPr/>
          <p:nvPr/>
        </p:nvSpPr>
        <p:spPr>
          <a:xfrm>
            <a:off x="8610598" y="3101111"/>
            <a:ext cx="3193351" cy="685390"/>
          </a:xfrm>
          <a:prstGeom prst="roundRect">
            <a:avLst>
              <a:gd name="adj" fmla="val 16404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39B834D-5E46-634A-6408-CAB914ACFCEA}"/>
              </a:ext>
            </a:extLst>
          </p:cNvPr>
          <p:cNvSpPr/>
          <p:nvPr/>
        </p:nvSpPr>
        <p:spPr>
          <a:xfrm>
            <a:off x="8753473" y="3232080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EF2F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0419567-8EE9-24A0-8167-6367DA1874A9}"/>
              </a:ext>
            </a:extLst>
          </p:cNvPr>
          <p:cNvSpPr/>
          <p:nvPr/>
        </p:nvSpPr>
        <p:spPr>
          <a:xfrm>
            <a:off x="8610600" y="3886200"/>
            <a:ext cx="3193351" cy="685390"/>
          </a:xfrm>
          <a:prstGeom prst="roundRect">
            <a:avLst>
              <a:gd name="adj" fmla="val 13255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4D7AF8A-E287-D0C9-9107-3E564F3D3832}"/>
              </a:ext>
            </a:extLst>
          </p:cNvPr>
          <p:cNvSpPr/>
          <p:nvPr/>
        </p:nvSpPr>
        <p:spPr>
          <a:xfrm>
            <a:off x="8753473" y="4066968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F39A9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±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EBF1A38-47F1-2021-0718-C659F13DE67B}"/>
              </a:ext>
            </a:extLst>
          </p:cNvPr>
          <p:cNvSpPr/>
          <p:nvPr/>
        </p:nvSpPr>
        <p:spPr>
          <a:xfrm>
            <a:off x="8610599" y="4648200"/>
            <a:ext cx="3193351" cy="685390"/>
          </a:xfrm>
          <a:prstGeom prst="roundRect">
            <a:avLst>
              <a:gd name="adj" fmla="val 13255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DE97307-722D-CBAA-060F-18B42F979585}"/>
              </a:ext>
            </a:extLst>
          </p:cNvPr>
          <p:cNvSpPr/>
          <p:nvPr/>
        </p:nvSpPr>
        <p:spPr>
          <a:xfrm>
            <a:off x="8753473" y="4801027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4E5F7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Σ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43A9C1D1-46B4-1707-0A5D-F4CA2B429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45753"/>
              </p:ext>
            </p:extLst>
          </p:nvPr>
        </p:nvGraphicFramePr>
        <p:xfrm>
          <a:off x="425775" y="1838327"/>
          <a:ext cx="7628505" cy="32918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2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5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Main logic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Signal pillars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Macro, price, sentiment and valuation series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 / M / S / V scores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Signals grouped by economic role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Signal transforms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Raw time series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Comparable z-scores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EWMA, rolling, percentile and momentum transforms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0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Pillar construction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Signed signal z-scores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Pillar z-score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Weighted average + re-standardisation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Composite scoring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F/M/S/V pillar scores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Composite z-score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AC-specific pillar weights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5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Views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Composite z-score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Absolute and relative tilts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35/65 blend of absolute and cross-sectional views</a:t>
                      </a:r>
                      <a:endParaRPr lang="en-US" sz="1200" dirty="0">
                        <a:latin typeface="Trebuchet MS" panose="020B0603020202020204" pitchFamily="34" charset="0"/>
                        <a:ea typeface="Inter" charset="0"/>
                        <a:cs typeface="Inter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5">
            <a:extLst>
              <a:ext uri="{FF2B5EF4-FFF2-40B4-BE49-F238E27FC236}">
                <a16:creationId xmlns:a16="http://schemas.microsoft.com/office/drawing/2014/main" id="{480E0061-ABC4-E62E-42C0-98E3E5F9B968}"/>
              </a:ext>
            </a:extLst>
          </p:cNvPr>
          <p:cNvSpPr/>
          <p:nvPr/>
        </p:nvSpPr>
        <p:spPr>
          <a:xfrm>
            <a:off x="425775" y="1304925"/>
            <a:ext cx="531240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3"/>
              </a:lnSpc>
              <a:buNone/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Methodological architecture of the TAA engine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B6E239C5-41F1-2CD9-DECD-8C8868B1461F}"/>
              </a:ext>
            </a:extLst>
          </p:cNvPr>
          <p:cNvSpPr/>
          <p:nvPr/>
        </p:nvSpPr>
        <p:spPr>
          <a:xfrm>
            <a:off x="425775" y="1566862"/>
            <a:ext cx="531240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38"/>
              </a:lnSpc>
              <a:buNone/>
            </a:pPr>
            <a:r>
              <a:rPr lang="en-US" sz="1200" dirty="0">
                <a:solidFill>
                  <a:srgbClr val="70757C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Weekly signal system for active tactical tilts around strategic allocations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B3F9B803-C806-64E2-69EA-92B836A10AA5}"/>
              </a:ext>
            </a:extLst>
          </p:cNvPr>
          <p:cNvSpPr/>
          <p:nvPr/>
        </p:nvSpPr>
        <p:spPr>
          <a:xfrm>
            <a:off x="8610598" y="1275473"/>
            <a:ext cx="218796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3"/>
              </a:lnSpc>
              <a:buNone/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System scope</a:t>
            </a: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F338D54D-5501-85A4-753A-B1614085E8C2}"/>
              </a:ext>
            </a:extLst>
          </p:cNvPr>
          <p:cNvSpPr/>
          <p:nvPr/>
        </p:nvSpPr>
        <p:spPr>
          <a:xfrm>
            <a:off x="9248774" y="1728787"/>
            <a:ext cx="2409825" cy="19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Active asset classes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4CE07655-A8E1-0EB1-0C9E-703D2F5A88E7}"/>
              </a:ext>
            </a:extLst>
          </p:cNvPr>
          <p:cNvSpPr/>
          <p:nvPr/>
        </p:nvSpPr>
        <p:spPr>
          <a:xfrm>
            <a:off x="9248776" y="1933715"/>
            <a:ext cx="2409824" cy="19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3 FI + 3 Equity sleeves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A288B65D-79A0-9A85-FF67-A132F7E62745}"/>
              </a:ext>
            </a:extLst>
          </p:cNvPr>
          <p:cNvSpPr/>
          <p:nvPr/>
        </p:nvSpPr>
        <p:spPr>
          <a:xfrm>
            <a:off x="9248774" y="2390775"/>
            <a:ext cx="24580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Signal pillars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71AD99AE-51F9-1BD6-C749-35BD4CC51453}"/>
              </a:ext>
            </a:extLst>
          </p:cNvPr>
          <p:cNvSpPr/>
          <p:nvPr/>
        </p:nvSpPr>
        <p:spPr>
          <a:xfrm>
            <a:off x="9248774" y="2574131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Fundamentals, Momentum, Sentiment, Valuation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3E28D34C-F20E-637B-47EE-885CEBA1597A}"/>
              </a:ext>
            </a:extLst>
          </p:cNvPr>
          <p:cNvSpPr/>
          <p:nvPr/>
        </p:nvSpPr>
        <p:spPr>
          <a:xfrm>
            <a:off x="9248772" y="3205886"/>
            <a:ext cx="24580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Weekly engine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AE8C9AC6-0443-5847-1D6E-7B63E09F8961}"/>
              </a:ext>
            </a:extLst>
          </p:cNvPr>
          <p:cNvSpPr/>
          <p:nvPr/>
        </p:nvSpPr>
        <p:spPr>
          <a:xfrm>
            <a:off x="9248772" y="3389242"/>
            <a:ext cx="2409825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Outputs scorecard, composites and portfolio views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81ABBEC7-A787-A8EC-CDB5-C7B2F159B9A7}"/>
              </a:ext>
            </a:extLst>
          </p:cNvPr>
          <p:cNvSpPr/>
          <p:nvPr/>
        </p:nvSpPr>
        <p:spPr>
          <a:xfrm>
            <a:off x="9248775" y="3990975"/>
            <a:ext cx="139129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Sign in mapping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8D004475-D98E-41AE-20E5-47A31F04AF7C}"/>
              </a:ext>
            </a:extLst>
          </p:cNvPr>
          <p:cNvSpPr/>
          <p:nvPr/>
        </p:nvSpPr>
        <p:spPr>
          <a:xfrm>
            <a:off x="9248774" y="4174331"/>
            <a:ext cx="2257425" cy="397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Direction is assigned by asset class and pillar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BDEC55B8-C211-6DA9-EECB-FE235B6B3752}"/>
              </a:ext>
            </a:extLst>
          </p:cNvPr>
          <p:cNvSpPr/>
          <p:nvPr/>
        </p:nvSpPr>
        <p:spPr>
          <a:xfrm>
            <a:off x="9248774" y="4752975"/>
            <a:ext cx="139129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Z-score framework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E84F198F-EC14-E2A4-4D92-E3C16B0A3841}"/>
              </a:ext>
            </a:extLst>
          </p:cNvPr>
          <p:cNvSpPr/>
          <p:nvPr/>
        </p:nvSpPr>
        <p:spPr>
          <a:xfrm>
            <a:off x="9248774" y="4936332"/>
            <a:ext cx="2505074" cy="376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All signals become comparable before aggregation</a:t>
            </a:r>
            <a:endParaRPr lang="en-US" sz="12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30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C3B8F8-3DFC-2C15-BA96-3507AD02B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C0FC2-42DE-765D-A583-7E17EC8C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Data architecture spans 9 input sheets with 170+ series and 41 derived custom signals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935E68-0690-FFA2-6083-571590287E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System Overview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844140A-4784-8AF4-A974-37E3D633ED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8F09317-AEC3-BDB6-61FB-98A6E2326FB6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ACAE6E34-B715-BDE5-B884-3B7610509B3A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From signal pillars to Z-score aggregation and final absolute/relative views</a:t>
            </a:r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96546A5-C165-2C8D-630C-4CE70AEFF3E8}"/>
              </a:ext>
            </a:extLst>
          </p:cNvPr>
          <p:cNvSpPr/>
          <p:nvPr/>
        </p:nvSpPr>
        <p:spPr>
          <a:xfrm>
            <a:off x="6184228" y="1143001"/>
            <a:ext cx="5760000" cy="4952999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EBD3076-C4B5-B142-CE65-69026DF067CF}"/>
              </a:ext>
            </a:extLst>
          </p:cNvPr>
          <p:cNvSpPr/>
          <p:nvPr/>
        </p:nvSpPr>
        <p:spPr>
          <a:xfrm>
            <a:off x="244798" y="1143001"/>
            <a:ext cx="5760000" cy="4952999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F6E30F0-8EC0-553E-6CE5-116E657DD239}"/>
              </a:ext>
            </a:extLst>
          </p:cNvPr>
          <p:cNvSpPr/>
          <p:nvPr/>
        </p:nvSpPr>
        <p:spPr>
          <a:xfrm>
            <a:off x="6487952" y="2134365"/>
            <a:ext cx="5233751" cy="299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PMI composites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US, EZ, China: (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mfg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+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svcs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) / 2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GDP blends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w_cur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× 26 + (1−w) × 27, w = month/12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Equity risk premia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EY% − TIPS 10Y% (US, ACWI, EM, China, Japan)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PE scores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Percentile-based rating per index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Relative PE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log(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PE_b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/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PE_a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) for style/regime signals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OAS stress proxies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OAS.diff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(21d) raw momentum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CDX momentum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Multi-horizon on CDX spreads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EPS revision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0.4 × pct(63d) + 0.6 × pct(126d)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Rate environment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modern_ted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(T-bill − SOFR),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real_ff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term_spread</a:t>
            </a:r>
            <a:endParaRPr lang="en-US" sz="1200" dirty="0">
              <a:solidFill>
                <a:srgbClr val="2D2D2D"/>
              </a:solidFill>
              <a:latin typeface="Trebuchet MS" panose="020B0603020202020204" pitchFamily="34" charset="0"/>
              <a:ea typeface="QuattrocentoSans" pitchFamily="34" charset="-122"/>
              <a:cs typeface="QuattrocentoSans" pitchFamily="34" charset="-120"/>
            </a:endParaRP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HY/IG ratio 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—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oas_hy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/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oas_bbb</a:t>
            </a:r>
            <a:endParaRPr lang="en-US" sz="1200" dirty="0">
              <a:solidFill>
                <a:srgbClr val="2D2D2D"/>
              </a:solidFill>
              <a:latin typeface="Trebuchet MS" panose="020B0603020202020204" pitchFamily="34" charset="0"/>
              <a:ea typeface="QuattrocentoSans" pitchFamily="34" charset="-122"/>
              <a:cs typeface="QuattrocentoSans" pitchFamily="34" charset="-12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59D2B814-AB28-2EA9-EF6A-4F11A54FDDF8}"/>
              </a:ext>
            </a:extLst>
          </p:cNvPr>
          <p:cNvSpPr/>
          <p:nvPr/>
        </p:nvSpPr>
        <p:spPr>
          <a:xfrm>
            <a:off x="429098" y="1309492"/>
            <a:ext cx="5362102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kern="0" spc="200" dirty="0">
                <a:latin typeface="Trebuchet MS" panose="020B0603020202020204" pitchFamily="34" charset="0"/>
                <a:ea typeface="Oranienbaum" pitchFamily="34" charset="-122"/>
                <a:cs typeface="Oranienbaum" pitchFamily="34" charset="-120"/>
              </a:rPr>
              <a:t>Input File: DASHBOARD_TAA_INPUTS.XLSX (9 SHEETS)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4B781A3C-8E1B-FD32-C00A-FF453E4D7388}"/>
              </a:ext>
            </a:extLst>
          </p:cNvPr>
          <p:cNvSpPr/>
          <p:nvPr/>
        </p:nvSpPr>
        <p:spPr>
          <a:xfrm>
            <a:off x="6898509" y="1345429"/>
            <a:ext cx="4760091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b="1" kern="0" spc="200" dirty="0">
                <a:latin typeface="Trebuchet MS" panose="020B0603020202020204" pitchFamily="34" charset="0"/>
              </a:rPr>
              <a:t>Derived Series: CUSTOM_SERIES.XLSX (41)</a:t>
            </a:r>
          </a:p>
        </p:txBody>
      </p:sp>
      <p:graphicFrame>
        <p:nvGraphicFramePr>
          <p:cNvPr id="40" name="Table 0">
            <a:extLst>
              <a:ext uri="{FF2B5EF4-FFF2-40B4-BE49-F238E27FC236}">
                <a16:creationId xmlns:a16="http://schemas.microsoft.com/office/drawing/2014/main" id="{29FCC3D6-B174-2CAB-435F-617D06A36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06835"/>
              </p:ext>
            </p:extLst>
          </p:nvPr>
        </p:nvGraphicFramePr>
        <p:xfrm>
          <a:off x="470297" y="1818331"/>
          <a:ext cx="5168502" cy="29527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08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4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Period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Freq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Key Content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1999–2026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Daily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OAS BBB, HY, EM, LatAm (ICE BofA)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2010–2026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Business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PE ratios, earnings yields, TR indices (14)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2010–2026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Business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VIX, MOVE, SKEW, PCR, DXY, FCI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2010–2026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Business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S&amp;P 11 sector PE / EY / TR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2010–2026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Mixed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PMI, CESI, GDP forecasts, EPS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2010–2026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Business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Breakeven 1Y, GDPNow, NFCI, FCI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1987–2026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Weekly→D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Bull-Bear spread (contrarian)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Text 4">
            <a:extLst>
              <a:ext uri="{FF2B5EF4-FFF2-40B4-BE49-F238E27FC236}">
                <a16:creationId xmlns:a16="http://schemas.microsoft.com/office/drawing/2014/main" id="{7CEEA242-D139-431B-3529-CD903B200910}"/>
              </a:ext>
            </a:extLst>
          </p:cNvPr>
          <p:cNvSpPr/>
          <p:nvPr/>
        </p:nvSpPr>
        <p:spPr>
          <a:xfrm>
            <a:off x="470297" y="4913956"/>
            <a:ext cx="5334000" cy="45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All series daily unless noted. Forward-fill: daily max 5 days (weekends + 1 holiday), monthly max 31 days (PMI/CESI/GDP releases). Signal floor: MIN_DATE_FOR_SIGNALS = 2013-02-01.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8B0987C3-365F-ECF8-AF6E-06B6ECA1C59A}"/>
              </a:ext>
            </a:extLst>
          </p:cNvPr>
          <p:cNvSpPr/>
          <p:nvPr/>
        </p:nvSpPr>
        <p:spPr>
          <a:xfrm>
            <a:off x="6487952" y="4920829"/>
            <a:ext cx="5334000" cy="21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QuattrocentoSans" pitchFamily="34" charset="-122"/>
              </a:rPr>
              <a:t>Generated weekly by src/build_custom_series.py. Never edit manually.</a:t>
            </a:r>
          </a:p>
        </p:txBody>
      </p:sp>
    </p:spTree>
    <p:extLst>
      <p:ext uri="{BB962C8B-B14F-4D97-AF65-F5344CB8AC3E}">
        <p14:creationId xmlns:p14="http://schemas.microsoft.com/office/powerpoint/2010/main" val="124947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9C54-5B84-F333-F930-220729F6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C4950F14-BDDF-06E1-7003-436F97E0A5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950F14-BDDF-06E1-7003-436F97E0A5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9B3D44C-1678-131E-4789-AA712FA30D2D}"/>
              </a:ext>
            </a:extLst>
          </p:cNvPr>
          <p:cNvSpPr/>
          <p:nvPr/>
        </p:nvSpPr>
        <p:spPr>
          <a:xfrm>
            <a:off x="211772" y="1752600"/>
            <a:ext cx="9589918" cy="612000"/>
          </a:xfrm>
          <a:prstGeom prst="roundRect">
            <a:avLst/>
          </a:prstGeom>
          <a:solidFill>
            <a:srgbClr val="FAD4D2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8854A35-31F1-55D0-591C-C8B7BA3396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6C70FA8-09C4-92E1-AB66-3880C5DAD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38" y="398860"/>
            <a:ext cx="9554652" cy="443198"/>
          </a:xfrm>
        </p:spPr>
        <p:txBody>
          <a:bodyPr vert="horz"/>
          <a:lstStyle/>
          <a:p>
            <a:r>
              <a:rPr lang="en-US" sz="3200" dirty="0"/>
              <a:t>Agenda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1AC85D-4C0E-C415-77B7-6905EA4DA3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038" y="122220"/>
            <a:ext cx="9554652" cy="227498"/>
          </a:xfrm>
        </p:spPr>
        <p:txBody>
          <a:bodyPr/>
          <a:lstStyle/>
          <a:p>
            <a:r>
              <a:rPr lang="en-US"/>
              <a:t>Dashboard TAA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8F6EB4-6655-9971-4094-FE186E8F5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5B642C3-048C-3D44-FFFF-9E87E6F57F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037" y="1030560"/>
            <a:ext cx="8834653" cy="389915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E175A2D-76A4-38BF-3139-82BEFBCA88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7037" y="1386471"/>
            <a:ext cx="8834653" cy="22749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D5FD254-7886-1C22-F228-72996FC9E7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3D3A75A-94DD-877F-6102-B22B1F0597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ED23985-4423-BC91-822F-8F396655DA6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4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FEF1F29-A260-81F9-1BA0-F6C1F988BB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7037" y="1778546"/>
            <a:ext cx="8834653" cy="389915"/>
          </a:xfrm>
        </p:spPr>
        <p:txBody>
          <a:bodyPr/>
          <a:lstStyle/>
          <a:p>
            <a:r>
              <a:rPr lang="en-US" dirty="0"/>
              <a:t>Signal Engine &amp; Transform Codes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CAFCF83-ABF3-9F2D-E546-65D5656F08A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6134DFB5-1730-9768-CB6D-68119743FB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7037" y="2532857"/>
            <a:ext cx="8834653" cy="389915"/>
          </a:xfrm>
        </p:spPr>
        <p:txBody>
          <a:bodyPr/>
          <a:lstStyle/>
          <a:p>
            <a:r>
              <a:rPr lang="en-US" dirty="0"/>
              <a:t>The Four Pillars (F / M / S / V)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3DD30D64-4BAD-3219-7235-37F3A5C8AB1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60466D71-66B3-AF74-A781-85F51C051DB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7037" y="3287169"/>
            <a:ext cx="8834653" cy="389915"/>
          </a:xfrm>
        </p:spPr>
        <p:txBody>
          <a:bodyPr/>
          <a:lstStyle/>
          <a:p>
            <a:r>
              <a:rPr lang="en-US" dirty="0"/>
              <a:t>Composite Scoring &amp; Conviction Mapping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8CB499B-F592-7DFD-E120-1A1E4B183F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DA33E747-4D2C-82E9-C5BF-E85C20FDEF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5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4F400C4-7FEA-0A5F-55B5-B878B4E48AC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6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35DBD2FB-78EA-F25A-E076-FFEFEF3FF11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7037" y="4075770"/>
            <a:ext cx="8834653" cy="389915"/>
          </a:xfrm>
        </p:spPr>
        <p:txBody>
          <a:bodyPr/>
          <a:lstStyle/>
          <a:p>
            <a:r>
              <a:rPr lang="en-US" dirty="0"/>
              <a:t>Conviction &amp; Views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C87DD294-DB8B-181C-68E9-3C41B0CF116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7FEE3DFA-4953-A85F-05F4-20BB26790EC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67037" y="4830082"/>
            <a:ext cx="8834653" cy="389915"/>
          </a:xfrm>
        </p:spPr>
        <p:txBody>
          <a:bodyPr/>
          <a:lstStyle/>
          <a:p>
            <a:r>
              <a:rPr lang="en-US" dirty="0"/>
              <a:t>Hierarchy, Portfolio &amp; Implementation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990DAFC-AC8E-540F-DBC1-E5632D9B148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70122670-6CC1-FBC5-AC49-E995D4CA239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>
              <a:solidFill>
                <a:srgbClr val="E6281E"/>
              </a:solidFill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2A3B7B3E-8CC2-529A-EE99-21B5A344AB9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3FBD9FD2-346B-1998-B5B8-1B513315AD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3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C0D7-E00A-6C91-5CBE-D80B1161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BC6F-7EC1-F8C6-DC2A-152845A2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Signal Transform Framework: From Raw Data to Comparable Z-Scores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1CF413-AE41-264E-2817-68CD49A1F4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Signal Engine &amp; Transform Codes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D74DAA5-053C-6956-C93F-030D0DB51E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168E14B-0FCF-1136-9C91-4260D39118D2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4C4D2C8-D3B6-1BB4-F82C-C3A2EE73DC68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Six transform codes convert raw series into comparable z-scores with uniform sign conventions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7924489F-426F-00F5-113E-AD48B918D101}"/>
              </a:ext>
            </a:extLst>
          </p:cNvPr>
          <p:cNvSpPr/>
          <p:nvPr/>
        </p:nvSpPr>
        <p:spPr>
          <a:xfrm>
            <a:off x="244800" y="1209015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Signal Flow Pipeline</a:t>
            </a: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20095AA-6F8A-84F7-84C4-D8099F149893}"/>
              </a:ext>
            </a:extLst>
          </p:cNvPr>
          <p:cNvSpPr/>
          <p:nvPr/>
        </p:nvSpPr>
        <p:spPr>
          <a:xfrm>
            <a:off x="244800" y="1399515"/>
            <a:ext cx="1104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40000"/>
              </a:lnSpc>
            </a:pP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taa_config.xlsx (170 DataSeries rows) → load raw → apply transform_code → clip to ≥ 2013-02-01 → clip outliers to ±3σ → {series_id: z-score Series}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D6FD1FF2-2874-B54F-EC81-F59A3BBC326F}"/>
              </a:ext>
            </a:extLst>
          </p:cNvPr>
          <p:cNvSpPr/>
          <p:nvPr/>
        </p:nvSpPr>
        <p:spPr>
          <a:xfrm>
            <a:off x="244800" y="1885290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CEBD6758-3263-A0AD-CD69-C9647083EE04}"/>
              </a:ext>
            </a:extLst>
          </p:cNvPr>
          <p:cNvSpPr/>
          <p:nvPr/>
        </p:nvSpPr>
        <p:spPr>
          <a:xfrm>
            <a:off x="244800" y="197101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Transform Codes</a:t>
            </a:r>
          </a:p>
        </p:txBody>
      </p:sp>
      <p:graphicFrame>
        <p:nvGraphicFramePr>
          <p:cNvPr id="47" name="Table 0">
            <a:extLst>
              <a:ext uri="{FF2B5EF4-FFF2-40B4-BE49-F238E27FC236}">
                <a16:creationId xmlns:a16="http://schemas.microsoft.com/office/drawing/2014/main" id="{8A6D19B2-37D3-CC62-1ACA-6C3E03ACD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302894"/>
              </p:ext>
            </p:extLst>
          </p:nvPr>
        </p:nvGraphicFramePr>
        <p:xfrm>
          <a:off x="244800" y="2314572"/>
          <a:ext cx="11700000" cy="218122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05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  <a:latin typeface="Trebuchet MS" panose="020B0603020202020204" pitchFamily="34" charset="0"/>
                        </a:rPr>
                        <a:t>Code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  <a:latin typeface="Trebuchet MS" panose="020B0603020202020204" pitchFamily="34" charset="0"/>
                        </a:rPr>
                        <a:t>Output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  <a:latin typeface="Trebuchet MS" panose="020B0603020202020204" pitchFamily="34" charset="0"/>
                        </a:rPr>
                        <a:t>Formula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  <a:latin typeface="Trebuchet MS" panose="020B0603020202020204" pitchFamily="34" charset="0"/>
                        </a:rPr>
                        <a:t>Use Cases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50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ewma_z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EWMA z-score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(x − EWMA_mean) / EWMA_std, span = 756d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VIX, DXY, FCI, PMI, sentiment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50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rolling_z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Rolling z-score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(x − roll_mean) / roll_std, window per row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Breakevens, ERP, term spread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48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pctile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Percentile rank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rank(x)/n → (p − 0.5) × 4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OAS levels, yield levels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489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mom_z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Momentum z-score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ewma_z(pct_change(window))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Forward EPS revisions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50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price_mom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Composite momentum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40%×12-1M + 25%×3M + 25%×MA + 10%×RSI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TR price indices (EQ and FI)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50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 err="1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diff_z</a:t>
                      </a:r>
                      <a:endParaRPr lang="en-US" sz="1200" u="none" dirty="0">
                        <a:solidFill>
                          <a:srgbClr val="2D2D2D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Direction-neutral diff z-score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 err="1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ewma_z</a:t>
                      </a:r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(diff(window))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Trebuchet MS" panose="020B0603020202020204" pitchFamily="34" charset="0"/>
                        </a:rPr>
                        <a:t>OAS spreads, Treasury yields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" name="Text 7">
            <a:extLst>
              <a:ext uri="{FF2B5EF4-FFF2-40B4-BE49-F238E27FC236}">
                <a16:creationId xmlns:a16="http://schemas.microsoft.com/office/drawing/2014/main" id="{C8D97778-0732-8D50-2899-7B527D0EAAEE}"/>
              </a:ext>
            </a:extLst>
          </p:cNvPr>
          <p:cNvSpPr/>
          <p:nvPr/>
        </p:nvSpPr>
        <p:spPr>
          <a:xfrm>
            <a:off x="244800" y="484756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Sign Convention</a:t>
            </a: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99928E9E-2F26-3F29-B308-3EC74203663C}"/>
              </a:ext>
            </a:extLst>
          </p:cNvPr>
          <p:cNvSpPr/>
          <p:nvPr/>
        </p:nvSpPr>
        <p:spPr>
          <a:xfrm>
            <a:off x="244800" y="5133315"/>
            <a:ext cx="1104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+1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= series value ↑ → bullish for this AC in this pillar |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−1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= series value ↑ → bearish. Signs set exclusively in </a:t>
            </a:r>
            <a:r>
              <a:rPr lang="en-US" sz="1200" dirty="0" err="1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SignalMapping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. Example: PMI US is +1 for US Equity but −1 for LT Treasuries.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C763A0C8-6566-1DA9-58FD-88F2C7D66993}"/>
              </a:ext>
            </a:extLst>
          </p:cNvPr>
          <p:cNvSpPr/>
          <p:nvPr/>
        </p:nvSpPr>
        <p:spPr>
          <a:xfrm>
            <a:off x="244800" y="4638015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0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60400" y="1831181"/>
            <a:ext cx="10871200" cy="25400"/>
          </a:xfrm>
          <a:prstGeom prst="rect">
            <a:avLst/>
          </a:prstGeom>
          <a:solidFill>
            <a:srgbClr val="161616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0400" y="2059782"/>
            <a:ext cx="7426920" cy="5473700"/>
          </a:xfrm>
          <a:prstGeom prst="roundRect">
            <a:avLst>
              <a:gd name="adj" fmla="val 4501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1700" y="5844382"/>
            <a:ext cx="6944320" cy="444500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1700" y="6644483"/>
            <a:ext cx="6944320" cy="406400"/>
          </a:xfrm>
          <a:prstGeom prst="roundRect">
            <a:avLst>
              <a:gd name="adj" fmla="val 0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90520" y="2059781"/>
            <a:ext cx="3241080" cy="304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5D9DE"/>
            </a:solidFill>
          </a:ln>
          <a:effectLst>
            <a:outerShdw blurRad="133350" dist="3810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81020" y="2701131"/>
            <a:ext cx="2860080" cy="981075"/>
          </a:xfrm>
          <a:prstGeom prst="roundRect">
            <a:avLst>
              <a:gd name="adj" fmla="val 11165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71520" y="2937669"/>
            <a:ext cx="508000" cy="508000"/>
          </a:xfrm>
          <a:prstGeom prst="roundRect">
            <a:avLst>
              <a:gd name="adj" fmla="val 1200000"/>
            </a:avLst>
          </a:prstGeom>
          <a:solidFill>
            <a:srgbClr val="EF2F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81020" y="3809207"/>
            <a:ext cx="2860080" cy="981075"/>
          </a:xfrm>
          <a:prstGeom prst="roundRect">
            <a:avLst>
              <a:gd name="adj" fmla="val 12460"/>
            </a:avLst>
          </a:prstGeom>
          <a:noFill/>
          <a:ln w="9525">
            <a:solidFill>
              <a:srgbClr val="D0D4D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71520" y="4045744"/>
            <a:ext cx="508000" cy="508000"/>
          </a:xfrm>
          <a:prstGeom prst="roundRect">
            <a:avLst>
              <a:gd name="adj" fmla="val 1200000"/>
            </a:avLst>
          </a:prstGeom>
          <a:solidFill>
            <a:srgbClr val="A5A5A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0520" y="5260182"/>
            <a:ext cx="3241080" cy="2110780"/>
          </a:xfrm>
          <a:prstGeom prst="roundRect">
            <a:avLst>
              <a:gd name="adj" fmla="val 7883"/>
            </a:avLst>
          </a:prstGeom>
          <a:solidFill>
            <a:srgbClr val="FFFFFF"/>
          </a:solidFill>
          <a:ln w="9525">
            <a:solidFill>
              <a:srgbClr val="D5D9DE"/>
            </a:solidFill>
          </a:ln>
          <a:effectLst>
            <a:outerShdw blurRad="133350" dist="3810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4020" y="7679532"/>
            <a:ext cx="8712200" cy="342900"/>
          </a:xfrm>
          <a:prstGeom prst="rect">
            <a:avLst/>
          </a:prstGeom>
          <a:noFill/>
          <a:ln w="19050">
            <a:solidFill>
              <a:srgbClr val="9F9F9F"/>
            </a:solidFill>
          </a:ln>
        </p:spPr>
        <p:txBody>
          <a:bodyPr wrap="square" lIns="101600" tIns="101600" rIns="101600" bIns="101600" rtlCol="0" anchor="t">
            <a:normAutofit lnSpcReduction="10000"/>
          </a:bodyPr>
          <a:lstStyle/>
          <a:p>
            <a:pPr defTabSz="1219170"/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Re-standardisation is essential because the variance of a weighted bundle of signals is not naturally equal to one.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0400" y="431801"/>
            <a:ext cx="110886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100"/>
              </a:lnSpc>
            </a:pPr>
            <a:r>
              <a:rPr lang="en-US" sz="1400" dirty="0">
                <a:solidFill>
                  <a:srgbClr val="6A6E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construction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400" y="749301"/>
            <a:ext cx="11088624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971"/>
              </a:lnSpc>
            </a:pPr>
            <a:r>
              <a:rPr lang="en-US" sz="2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individual signals become one pillar Z-score</a:t>
            </a: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0400" y="1380331"/>
            <a:ext cx="11088624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51"/>
              </a:lnSpc>
            </a:pPr>
            <a:r>
              <a:rPr lang="en-US" sz="17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signs, weights, averages and then re-standardises the signals inside each pillar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1701" y="2275681"/>
            <a:ext cx="7083207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51"/>
              </a:lnSpc>
            </a:pPr>
            <a:r>
              <a:rPr lang="en-US" sz="1700" b="1" dirty="0">
                <a:solidFill>
                  <a:srgbClr val="273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 within a pillar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84300" y="2751931"/>
            <a:ext cx="6590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Select mapped signals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84300" y="3005931"/>
            <a:ext cx="6590955" cy="20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651"/>
              </a:lnSpc>
            </a:pPr>
            <a:r>
              <a:rPr lang="en-US" sz="1100" dirty="0">
                <a:solidFill>
                  <a:srgbClr val="5A63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asset class and pillar, the engine loads the exact series listed in SignalMapping.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84300" y="3367881"/>
            <a:ext cx="6590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Apply directional sign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84300" y="3621882"/>
            <a:ext cx="646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651"/>
              </a:lnSpc>
            </a:pPr>
            <a:r>
              <a:rPr lang="en-US" sz="1100" dirty="0">
                <a:solidFill>
                  <a:srgbClr val="5A63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Displayed contribution is computed as signed_z = sign × raw_z, where sign is +1 or -1 depending on the asset class logic.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84300" y="4193381"/>
            <a:ext cx="6590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Compute weighted average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84300" y="4447382"/>
            <a:ext cx="646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651"/>
              </a:lnSpc>
            </a:pPr>
            <a:r>
              <a:rPr lang="en-US" sz="1100" dirty="0">
                <a:solidFill>
                  <a:srgbClr val="5A63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are combined through their assigned weights to create a pre-standardisation composite.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84300" y="5018881"/>
            <a:ext cx="6590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Re-standardise the composite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384300" y="5272882"/>
            <a:ext cx="646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651"/>
              </a:lnSpc>
            </a:pPr>
            <a:r>
              <a:rPr lang="en-US" sz="1100" dirty="0">
                <a:solidFill>
                  <a:srgbClr val="5A63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weighted sum is converted again into an EWMA z-score so every pillar has comparable variance through time.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01700" y="5844382"/>
            <a:ext cx="694432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700"/>
              </a:lnSpc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composite = Σ(sign × weight × raw_z) / Σ(weight)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1700" y="6644482"/>
            <a:ext cx="694432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700"/>
              </a:lnSpc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pillar_z = (composite − EWMA mean) / EWMA std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81021" y="2250281"/>
            <a:ext cx="2917281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51"/>
              </a:lnSpc>
            </a:pPr>
            <a:r>
              <a:rPr lang="en-US" sz="1700" b="1" dirty="0">
                <a:solidFill>
                  <a:srgbClr val="31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logic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31920" y="2840831"/>
            <a:ext cx="1855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725"/>
              </a:lnSpc>
            </a:pPr>
            <a:r>
              <a:rPr lang="en-US" sz="150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contribution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31920" y="3085307"/>
            <a:ext cx="181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Bullish contribution after sign application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31920" y="3948907"/>
            <a:ext cx="1855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725"/>
              </a:lnSpc>
            </a:pPr>
            <a:r>
              <a:rPr lang="en-US" sz="150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contribution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331920" y="4193381"/>
            <a:ext cx="181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800"/>
              </a:lnSpc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Bearish contribution after sign application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81021" y="5450681"/>
            <a:ext cx="2917281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551"/>
              </a:lnSpc>
            </a:pPr>
            <a:r>
              <a:rPr lang="en-US" sz="1700" b="1" dirty="0">
                <a:solidFill>
                  <a:srgbClr val="31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81020" y="5901532"/>
            <a:ext cx="2860080" cy="1278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015"/>
              </a:lnSpc>
            </a:pPr>
            <a:r>
              <a:rPr lang="en-US" sz="1300" dirty="0">
                <a:solidFill>
                  <a:srgbClr val="4F59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pillar score displayed in the dashboard is not a simple arithmetic sum of signal z-scores. It is the historical z-score of the signed weighted composite.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8D223-B7A7-D68E-99EC-880EE01D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D9E43D30-3745-5851-1287-3F6AD6A4CA7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E43D30-3745-5851-1287-3F6AD6A4C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21E980E-B42E-0D9F-E72C-598041E0D635}"/>
              </a:ext>
            </a:extLst>
          </p:cNvPr>
          <p:cNvSpPr/>
          <p:nvPr/>
        </p:nvSpPr>
        <p:spPr>
          <a:xfrm>
            <a:off x="211772" y="2514600"/>
            <a:ext cx="9589918" cy="612000"/>
          </a:xfrm>
          <a:prstGeom prst="roundRect">
            <a:avLst/>
          </a:prstGeom>
          <a:solidFill>
            <a:srgbClr val="FAD4D2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E9B88D1-729F-DF91-CC95-2D6544658B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172046-D973-6264-077E-4A5940ACB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38" y="398860"/>
            <a:ext cx="9554652" cy="443198"/>
          </a:xfrm>
        </p:spPr>
        <p:txBody>
          <a:bodyPr vert="horz"/>
          <a:lstStyle/>
          <a:p>
            <a:r>
              <a:rPr lang="en-US" sz="3200" dirty="0"/>
              <a:t>Agenda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C42E67-FB2C-F42B-5BAD-EBD32139E6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038" y="122220"/>
            <a:ext cx="9554652" cy="227498"/>
          </a:xfrm>
        </p:spPr>
        <p:txBody>
          <a:bodyPr/>
          <a:lstStyle/>
          <a:p>
            <a:r>
              <a:rPr lang="en-US"/>
              <a:t>Dashboard TAA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11478A-A75D-224C-C344-B05FF52001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0F95FF9-F6CA-66FB-FF54-B208CBEBA7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037" y="1030560"/>
            <a:ext cx="8834653" cy="389915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FA5562-3107-2E13-C1E0-4FDED4E7C5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7037" y="1386471"/>
            <a:ext cx="8834653" cy="22749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D3BACEF-E6E7-E5F6-3A4B-5A0D8CEF65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734C0EB-2155-2216-46E6-995F9FE3A8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D449E1-8672-4033-ABDD-ED4D9DAAFC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4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0719C89F-C0DA-A7DC-25C6-D90E9B5BE4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7037" y="1778546"/>
            <a:ext cx="8834653" cy="389915"/>
          </a:xfrm>
        </p:spPr>
        <p:txBody>
          <a:bodyPr/>
          <a:lstStyle/>
          <a:p>
            <a:r>
              <a:rPr lang="en-US" dirty="0"/>
              <a:t>Signal Engine &amp; Transform Codes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EDFFA98F-B840-F42B-2E7A-EAD4F34CA2C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EE8F6007-986E-9D79-C23A-7642033A0D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7037" y="2532857"/>
            <a:ext cx="8834653" cy="389915"/>
          </a:xfrm>
        </p:spPr>
        <p:txBody>
          <a:bodyPr/>
          <a:lstStyle/>
          <a:p>
            <a:r>
              <a:rPr lang="en-US" dirty="0"/>
              <a:t>The Four Pillars (F / M / S / V)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201A4EE-5C19-643D-0B8E-7B51AA749DB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E7A2FF69-811F-60E7-45DA-EE0355706F3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7037" y="3287169"/>
            <a:ext cx="8834653" cy="389915"/>
          </a:xfrm>
        </p:spPr>
        <p:txBody>
          <a:bodyPr/>
          <a:lstStyle/>
          <a:p>
            <a:r>
              <a:rPr lang="en-US" dirty="0"/>
              <a:t>Composite Scoring &amp; Conviction Mapping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98679E8-5C39-C319-49B0-047AD81E972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799EACC3-C4E1-0030-88A7-CA3CA51A70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5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0D9F4611-DF9D-6A93-5CFC-C6ECAF84B8B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6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06E9CB1F-851C-A3DB-A99C-A529967F7C1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7037" y="4075770"/>
            <a:ext cx="8834653" cy="389915"/>
          </a:xfrm>
        </p:spPr>
        <p:txBody>
          <a:bodyPr/>
          <a:lstStyle/>
          <a:p>
            <a:r>
              <a:rPr lang="en-US" dirty="0"/>
              <a:t>Conviction &amp; Views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30930812-8E18-FDE7-635A-A425EA819DF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2938EFD-1035-85F0-1D9E-5B0B38084C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67037" y="4830082"/>
            <a:ext cx="8834653" cy="389915"/>
          </a:xfrm>
        </p:spPr>
        <p:txBody>
          <a:bodyPr/>
          <a:lstStyle/>
          <a:p>
            <a:r>
              <a:rPr lang="en-US" dirty="0"/>
              <a:t>Hierarchy, Portfolio &amp; Implementation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CFE4DDF8-223A-45F2-9638-56DA886176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67B63BA3-54EC-7909-9BF5-E9030CDF81E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>
              <a:solidFill>
                <a:srgbClr val="E6281E"/>
              </a:solidFill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F0D6C28A-ED29-301F-B38D-A97E59B636B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67C8DE1E-C49F-157E-5AE4-EA2B9FB5C16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8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AB33-3C4D-D417-1837-2897DFD6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A0229-75A5-716F-14C1-310E9C4C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Fundamentals &amp; Momentum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1D638E-41B4-7858-A48B-F6808E5E88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The Four Pillars (F / M / S / V)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3558040-BD8C-95A7-EA7B-F2716FE0ED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CDC4B6C-31F8-A632-30DF-5B446D60D7D3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10099C94-9560-4880-50E9-4AC2C8FD6C7C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Pillar F captures macro regime signals while Pillar M tracks price and spread trends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D424753-19E1-5F96-9F29-F7FB9D4BFBC2}"/>
              </a:ext>
            </a:extLst>
          </p:cNvPr>
          <p:cNvSpPr/>
          <p:nvPr/>
        </p:nvSpPr>
        <p:spPr>
          <a:xfrm>
            <a:off x="244800" y="1089611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F — Fundamentals (Macro Engine)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FACEC58-6B50-6E86-C152-D2664D1E9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937639"/>
              </p:ext>
            </p:extLst>
          </p:nvPr>
        </p:nvGraphicFramePr>
        <p:xfrm>
          <a:off x="244800" y="1403936"/>
          <a:ext cx="5334000" cy="262889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Series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Transform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Direction Logic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77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PMI US / EZ / China composite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Expansion = bullish EQ/credit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CESI (Surprise indices)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Positive surprise = bullish EQ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GDP blend (consensus)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Growth upgrade = bullish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GDPNow (real-time)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US short-term growth proxy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Forward EPS growth/revision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mom_z, 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EPS acceleration = bullish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ISM N.O. / Inventories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&gt;1.0 = demand &gt; inventory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977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Breakeven inflation (1Y/5Y/10Y)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rolling_z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Higher BEI = bearish duration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Real Fed Funds Rate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rolling_z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Restrictive = bearish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86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Core PCE YoY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Above target = Fed restrictive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4">
            <a:extLst>
              <a:ext uri="{FF2B5EF4-FFF2-40B4-BE49-F238E27FC236}">
                <a16:creationId xmlns:a16="http://schemas.microsoft.com/office/drawing/2014/main" id="{A240E7D8-E220-42FD-BED8-EC407F97807E}"/>
              </a:ext>
            </a:extLst>
          </p:cNvPr>
          <p:cNvSpPr/>
          <p:nvPr/>
        </p:nvSpPr>
        <p:spPr>
          <a:xfrm>
            <a:off x="244800" y="413385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QuattrocentoSans" pitchFamily="34" charset="-122"/>
              </a:rPr>
              <a:t>All Fundamentals signals use ewma_z or rolling_z. These are slow-moving regime indicators designed to capture the macroeconomic environment.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7AF20F5-0271-DAFF-24AD-7BDDEDD5316B}"/>
              </a:ext>
            </a:extLst>
          </p:cNvPr>
          <p:cNvSpPr/>
          <p:nvPr/>
        </p:nvSpPr>
        <p:spPr>
          <a:xfrm>
            <a:off x="5959800" y="1089611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M — Momentum (Price/Spread Trends)</a:t>
            </a:r>
          </a:p>
        </p:txBody>
      </p:sp>
      <p:graphicFrame>
        <p:nvGraphicFramePr>
          <p:cNvPr id="11" name="Table 1">
            <a:extLst>
              <a:ext uri="{FF2B5EF4-FFF2-40B4-BE49-F238E27FC236}">
                <a16:creationId xmlns:a16="http://schemas.microsoft.com/office/drawing/2014/main" id="{F95E5210-F499-92B3-3A1F-91E47EA6C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24633"/>
              </p:ext>
            </p:extLst>
          </p:nvPr>
        </p:nvGraphicFramePr>
        <p:xfrm>
          <a:off x="5959800" y="1403936"/>
          <a:ext cx="5334000" cy="215265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97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Series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Transform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Direction Logic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9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TR price indices (SP500, EAFE, EM)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price_mom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Composite multi-factor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FI TR indices (BSGV, BFU5, LT03)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price_mom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Falling yield = rising price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OAS momentum (BBB, HY, EM)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 err="1">
                          <a:solidFill>
                            <a:srgbClr val="2D2D2D"/>
                          </a:solidFill>
                        </a:rPr>
                        <a:t>diff_z</a:t>
                      </a:r>
                      <a:endParaRPr lang="en-US" sz="1100" u="none" dirty="0">
                        <a:solidFill>
                          <a:srgbClr val="2D2D2D"/>
                        </a:solidFill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Tightening = positive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9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Treasury yield momentum (2Y, 10Y)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 err="1">
                          <a:solidFill>
                            <a:srgbClr val="2D2D2D"/>
                          </a:solidFill>
                        </a:rPr>
                        <a:t>diff_z</a:t>
                      </a:r>
                      <a:endParaRPr lang="en-US" sz="1100" u="none" dirty="0">
                        <a:solidFill>
                          <a:srgbClr val="2D2D2D"/>
                        </a:solidFill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Yield falling = positive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CDX IG / HY momentum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CDS tightening = positive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EPS revision momentum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mom_z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40%×3M + 60%×6M blend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6">
            <a:extLst>
              <a:ext uri="{FF2B5EF4-FFF2-40B4-BE49-F238E27FC236}">
                <a16:creationId xmlns:a16="http://schemas.microsoft.com/office/drawing/2014/main" id="{04BF9917-8340-B231-ED8A-C15EFF600D2F}"/>
              </a:ext>
            </a:extLst>
          </p:cNvPr>
          <p:cNvSpPr/>
          <p:nvPr/>
        </p:nvSpPr>
        <p:spPr>
          <a:xfrm>
            <a:off x="5969325" y="3651841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QuattrocentoSans" pitchFamily="34" charset="-122"/>
              </a:rPr>
              <a:t>Momentum captures price and spread trend persistence. The composite price_mom blends 12-1M skip (40%), 3M (25%), MA cross (25%), and RSI (10%).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C39AD35-A7D8-5CA3-8255-975638B2BCA5}"/>
              </a:ext>
            </a:extLst>
          </p:cNvPr>
          <p:cNvSpPr/>
          <p:nvPr/>
        </p:nvSpPr>
        <p:spPr>
          <a:xfrm>
            <a:off x="244800" y="4648200"/>
            <a:ext cx="11700000" cy="19050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6F60FB4-C194-70B9-CDC5-62EF19B81788}"/>
              </a:ext>
            </a:extLst>
          </p:cNvPr>
          <p:cNvSpPr/>
          <p:nvPr/>
        </p:nvSpPr>
        <p:spPr>
          <a:xfrm>
            <a:off x="244800" y="4800600"/>
            <a:ext cx="11049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Aggregation Formula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74F3BDE-FBC5-A1EE-EDAD-A5AD4A6FEAE8}"/>
              </a:ext>
            </a:extLst>
          </p:cNvPr>
          <p:cNvSpPr/>
          <p:nvPr/>
        </p:nvSpPr>
        <p:spPr>
          <a:xfrm>
            <a:off x="244800" y="5175841"/>
            <a:ext cx="11049000" cy="92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Step 1 — Weighted composite: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composite_t = Σᵢ (signᵢ × weightᵢ × raw_zᵢ(t)) / Σᵢ weightᵢ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45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Step 2 — Re-standardise: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pillar_z_t = (composite_t − EWMA_mu) / EWMA_std, span=756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45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Re-standardising ensures unit variance before composite combination. The Pillar Z-Score is the EWMA z-score of the weighted sum — not a simple weighted average of signal z-scores.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2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FC31-DB20-5CB5-B945-D8426EC8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A8686-CF3A-67E6-53B4-CD2CEE69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Sentiment and Valuation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D40E54-F55D-C6F6-B062-A3FAA4D6B7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The Four Pillars (F / M / S / V)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D127F2-D01F-0152-49F9-298E524B63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72E85AA-7EA2-1FA4-2579-9989F42B0B77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D21101D7-2246-9203-6D6C-43F05C790EBA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Pillar S measures risk appetite and positioning while Pillar V assesses absolute and relative cheapness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F7CE4C2-D6E9-4BC2-4509-AE7021F5E312}"/>
              </a:ext>
            </a:extLst>
          </p:cNvPr>
          <p:cNvSpPr/>
          <p:nvPr/>
        </p:nvSpPr>
        <p:spPr>
          <a:xfrm>
            <a:off x="244800" y="1089611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S — Sentiment (Risk Appetite)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73847FB-AE2A-78C5-A774-F1BB78A669C4}"/>
              </a:ext>
            </a:extLst>
          </p:cNvPr>
          <p:cNvSpPr/>
          <p:nvPr/>
        </p:nvSpPr>
        <p:spPr>
          <a:xfrm>
            <a:off x="5959800" y="1089611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V — Valuation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C56DC3E-A4C4-3F9C-1C79-A172F65D9A3D}"/>
              </a:ext>
            </a:extLst>
          </p:cNvPr>
          <p:cNvSpPr/>
          <p:nvPr/>
        </p:nvSpPr>
        <p:spPr>
          <a:xfrm>
            <a:off x="244800" y="4343400"/>
            <a:ext cx="11700000" cy="19050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7854024-81DE-8445-A7FB-FCE3112AE275}"/>
              </a:ext>
            </a:extLst>
          </p:cNvPr>
          <p:cNvSpPr/>
          <p:nvPr/>
        </p:nvSpPr>
        <p:spPr>
          <a:xfrm>
            <a:off x="244800" y="4419600"/>
            <a:ext cx="11049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Pillar Weights by Asset Classes</a:t>
            </a: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F4FFF920-7612-907E-838F-A8266B7B1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13996"/>
              </p:ext>
            </p:extLst>
          </p:nvPr>
        </p:nvGraphicFramePr>
        <p:xfrm>
          <a:off x="244800" y="1371600"/>
          <a:ext cx="5334000" cy="28575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Series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Transform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Direction Logic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CBOE VIX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= contrarian buy EQ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MOVE Index (bond vol)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= flight to UST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VSTOXX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EZ-specific fear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SKEW Index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Tail risk indicator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Modern TED (T-bill − SOFR)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Funding stress; gated 2018+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OAS stress proxies (diff 21d)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HY/EM widening = risk-off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AAII Bull-Bear spread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Contrarian: extreme bull = sell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CBOE Put/Call ratio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PCR = fear = buy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Bloomberg US/EZ FCI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Tight = headwind for EQ/credit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77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DXY USD Index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Strong = EM headwind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">
            <a:extLst>
              <a:ext uri="{FF2B5EF4-FFF2-40B4-BE49-F238E27FC236}">
                <a16:creationId xmlns:a16="http://schemas.microsoft.com/office/drawing/2014/main" id="{7CF0D8B7-543C-9C61-634E-CF01318F8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345392"/>
              </p:ext>
            </p:extLst>
          </p:nvPr>
        </p:nvGraphicFramePr>
        <p:xfrm>
          <a:off x="5959800" y="1371601"/>
          <a:ext cx="5334000" cy="26479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663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Series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Transform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7F6F3"/>
                          </a:solidFill>
                        </a:rPr>
                        <a:t>Direction Logic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PE scores (SP500, EAFE, EM)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Low P/E = cheap = bullish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Equity Risk Premium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rolling_z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ERP = equity cheap vs bonds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Relative PE (Gro/Val, DM/US)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Relative cheapness signal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OAS levels (BBB, HY, EM, LatAm)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pctile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pctile = cheap credit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HY/IG ratio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ratio = HY expensive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66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Yield levels (2Y, 10Y, TIPS)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pctile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High yield = attractive carry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138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Term spread (10Y − 2Y)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ewma_z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Inverted = recession = bullish UST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223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Real Fed Funds Rate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rolling_z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2D2D2D"/>
                          </a:solidFill>
                        </a:rPr>
                        <a:t>Restrictive policy = bearish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CuadroTexto 19">
            <a:extLst>
              <a:ext uri="{FF2B5EF4-FFF2-40B4-BE49-F238E27FC236}">
                <a16:creationId xmlns:a16="http://schemas.microsoft.com/office/drawing/2014/main" id="{2CF61725-9701-384C-DB3E-17B7D68385F3}"/>
              </a:ext>
            </a:extLst>
          </p:cNvPr>
          <p:cNvSpPr txBox="1"/>
          <p:nvPr/>
        </p:nvSpPr>
        <p:spPr>
          <a:xfrm>
            <a:off x="244800" y="4751429"/>
            <a:ext cx="640556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s-PE"/>
            </a:defPPr>
            <a:lvl1pPr defTabSz="685800">
              <a:defRPr sz="1200" b="1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 Balanced across pillars (25% each one)</a:t>
            </a:r>
          </a:p>
        </p:txBody>
      </p:sp>
    </p:spTree>
    <p:extLst>
      <p:ext uri="{BB962C8B-B14F-4D97-AF65-F5344CB8AC3E}">
        <p14:creationId xmlns:p14="http://schemas.microsoft.com/office/powerpoint/2010/main" val="152951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6A0D4-CB61-9B22-C4CA-EBEEF3CA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AB6A7A73-BB88-039C-ED11-683C2A9CF9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6A7A73-BB88-039C-ED11-683C2A9CF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1C53F776-610D-F21C-8E16-E3513341AD53}"/>
              </a:ext>
            </a:extLst>
          </p:cNvPr>
          <p:cNvSpPr/>
          <p:nvPr/>
        </p:nvSpPr>
        <p:spPr>
          <a:xfrm>
            <a:off x="211772" y="3274200"/>
            <a:ext cx="9589918" cy="612000"/>
          </a:xfrm>
          <a:prstGeom prst="roundRect">
            <a:avLst/>
          </a:prstGeom>
          <a:solidFill>
            <a:srgbClr val="FAD4D2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FD6450F-00A9-8869-A3B3-561B95271F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DA91F81-7624-9FC5-237E-A924AFEF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38" y="398860"/>
            <a:ext cx="9554652" cy="443198"/>
          </a:xfrm>
        </p:spPr>
        <p:txBody>
          <a:bodyPr vert="horz"/>
          <a:lstStyle/>
          <a:p>
            <a:r>
              <a:rPr lang="en-US" sz="3200" dirty="0"/>
              <a:t>Agenda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9CB674-8BAE-B465-E9D0-EA82119016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038" y="122220"/>
            <a:ext cx="9554652" cy="227498"/>
          </a:xfrm>
        </p:spPr>
        <p:txBody>
          <a:bodyPr/>
          <a:lstStyle/>
          <a:p>
            <a:r>
              <a:rPr lang="en-US"/>
              <a:t>Dashboard TAA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7997C9-3890-CF25-D58D-91548FB5D3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CA9E8AD-BA11-968C-7979-42984727B3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037" y="1030560"/>
            <a:ext cx="8834653" cy="389915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6C3AC167-FFF0-521F-8178-DE29DD0408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7037" y="1386471"/>
            <a:ext cx="8834653" cy="22749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3875D0F-7C02-376E-92E6-E700C11CC1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C6F2923-BF36-D9A5-9450-AE56CBBD01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6569076-7804-AA9C-81CA-7D7F2B02BC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4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6E6DD976-3AD1-25F3-D5EB-DBA2D78F9B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7037" y="1778546"/>
            <a:ext cx="8834653" cy="389915"/>
          </a:xfrm>
        </p:spPr>
        <p:txBody>
          <a:bodyPr/>
          <a:lstStyle/>
          <a:p>
            <a:r>
              <a:rPr lang="en-US" dirty="0"/>
              <a:t>Signal Engine &amp; Transform Codes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2FB5036-6589-8616-38CD-41CC923288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34FA584-9A18-043A-EE78-90CF492C8B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7037" y="2532857"/>
            <a:ext cx="8834653" cy="389915"/>
          </a:xfrm>
        </p:spPr>
        <p:txBody>
          <a:bodyPr/>
          <a:lstStyle/>
          <a:p>
            <a:r>
              <a:rPr lang="en-US" dirty="0"/>
              <a:t>The Four Pillars (F / M / S / V)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B357E7CD-6F46-F852-C924-DEEBC01D8E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314F7B1-07FB-77C3-95BE-BE26DEB490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7037" y="3287169"/>
            <a:ext cx="8834653" cy="389915"/>
          </a:xfrm>
        </p:spPr>
        <p:txBody>
          <a:bodyPr/>
          <a:lstStyle/>
          <a:p>
            <a:r>
              <a:rPr lang="en-US" dirty="0"/>
              <a:t>Composite Scoring &amp; Conviction Mapping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BD9F16F-E52B-199A-3ADD-69EF5B7E63D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5B7D449A-D522-076C-B591-AB2B17219ED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5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61E991B-FF54-F2A0-C71E-61115BBD3B8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6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877626D4-2D4C-DBE8-A610-0C982AB5EC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7037" y="4075770"/>
            <a:ext cx="8834653" cy="389915"/>
          </a:xfrm>
        </p:spPr>
        <p:txBody>
          <a:bodyPr/>
          <a:lstStyle/>
          <a:p>
            <a:r>
              <a:rPr lang="en-US" dirty="0"/>
              <a:t>Conviction &amp; Views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1439437F-EB05-6600-8EE6-7432D444590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C54F2087-C021-1C74-CDB1-43C736EA01E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67037" y="4830082"/>
            <a:ext cx="8834653" cy="389915"/>
          </a:xfrm>
        </p:spPr>
        <p:txBody>
          <a:bodyPr/>
          <a:lstStyle/>
          <a:p>
            <a:r>
              <a:rPr lang="en-US" dirty="0"/>
              <a:t>Hierarchy, Portfolio &amp; Implementation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D2B1183A-5555-D8F4-AEEB-FF7D8704E17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77247280-E7C6-0A94-751C-B22282063D0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>
              <a:solidFill>
                <a:srgbClr val="E6281E"/>
              </a:solidFill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19C34367-797E-D4E3-B58A-47AD0FFC99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8DA66F2-D34A-9B0C-19B6-C8B65C0625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850F-DCBF-A0B2-9489-44CA35C1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7">
            <a:extLst>
              <a:ext uri="{FF2B5EF4-FFF2-40B4-BE49-F238E27FC236}">
                <a16:creationId xmlns:a16="http://schemas.microsoft.com/office/drawing/2014/main" id="{33DA9478-4275-ACF0-8611-182AD9F67702}"/>
              </a:ext>
            </a:extLst>
          </p:cNvPr>
          <p:cNvSpPr/>
          <p:nvPr/>
        </p:nvSpPr>
        <p:spPr>
          <a:xfrm>
            <a:off x="235306" y="5114925"/>
            <a:ext cx="11718988" cy="714313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319E335-48DE-149C-3790-96ACA417AF1D}"/>
              </a:ext>
            </a:extLst>
          </p:cNvPr>
          <p:cNvSpPr/>
          <p:nvPr/>
        </p:nvSpPr>
        <p:spPr>
          <a:xfrm>
            <a:off x="244799" y="3314700"/>
            <a:ext cx="11718988" cy="1571418"/>
          </a:xfrm>
          <a:prstGeom prst="roundRect">
            <a:avLst>
              <a:gd name="adj" fmla="val 4685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8E6F36-59DE-BA0D-9E28-64D75C0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Composite Z-Score Aggregation &amp; Conviction Scaling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D1D38-E6A7-CB96-EE43-FFDA7A949D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Composite Scoring &amp; Conviction Mapping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CCFD496-7CA8-64B3-968C-4503E5056B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9C1080C-14D7-C3EA-9561-6C2E4233E57A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843C87B0-D7DA-CCA4-2E27-EF7E169B7222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Pillar z-scores are aggregated, re-standardized, and combined into composite scores with conviction multipliers</a:t>
            </a:r>
          </a:p>
        </p:txBody>
      </p:sp>
      <p:sp>
        <p:nvSpPr>
          <p:cNvPr id="11" name="Text 3"/>
          <p:cNvSpPr/>
          <p:nvPr/>
        </p:nvSpPr>
        <p:spPr>
          <a:xfrm>
            <a:off x="244800" y="1143000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COMPOSITE Z-SCORE FORMULA</a:t>
            </a:r>
          </a:p>
        </p:txBody>
      </p:sp>
      <p:sp>
        <p:nvSpPr>
          <p:cNvPr id="12" name="Text 4"/>
          <p:cNvSpPr/>
          <p:nvPr/>
        </p:nvSpPr>
        <p:spPr>
          <a:xfrm>
            <a:off x="244800" y="1485900"/>
            <a:ext cx="5334000" cy="1542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spcBef>
                <a:spcPts val="60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Z_composite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Σₚ (wₚ × Z_pillarₚ) / Σₚ wₚ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Missing pillars skipped gracefully — weights renormalize to available pillars. Final composite clipped to ±3σ.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Pillar weights are AC-specific and sum to 1.0 per row, stored in PillarWeights sheet.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959800" y="1143000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CONVICTION MULTIPLIER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029122"/>
              </p:ext>
            </p:extLst>
          </p:nvPr>
        </p:nvGraphicFramePr>
        <p:xfrm>
          <a:off x="5959800" y="1457325"/>
          <a:ext cx="5334000" cy="103822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Pillars in Agreement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Multiplier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7F6F3"/>
                          </a:solidFill>
                        </a:rPr>
                        <a:t>Conviction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4 / 4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1.00×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Full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3 / 4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0.80×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High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2 / 4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0.50×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Moderate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1 / 4 or 0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0.00×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2D2D2D"/>
                          </a:solidFill>
                        </a:rPr>
                        <a:t>None</a:t>
                      </a:r>
                      <a:endParaRPr lang="en-US" sz="1200" dirty="0">
                        <a:latin typeface="Trebuchet MS" panose="020B060302020202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6"/>
          <p:cNvSpPr/>
          <p:nvPr/>
        </p:nvSpPr>
        <p:spPr>
          <a:xfrm>
            <a:off x="5959800" y="2647950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40000"/>
              </a:lnSpc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  <a:ea typeface="QuattrocentoSans" pitchFamily="34" charset="-122"/>
              </a:rPr>
              <a:t>A pillar "agrees" if its z-score has the same sign as the composite AND |z_pillar| &gt; 0.25. With 1/4 agreement, no tilt is applied even if composite is large.</a:t>
            </a:r>
          </a:p>
        </p:txBody>
      </p:sp>
      <p:sp>
        <p:nvSpPr>
          <p:cNvPr id="21" name="Shape 7"/>
          <p:cNvSpPr/>
          <p:nvPr/>
        </p:nvSpPr>
        <p:spPr>
          <a:xfrm>
            <a:off x="244800" y="3200400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457200" y="3467298"/>
            <a:ext cx="10836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WHY RE-STANDARDISE? — ENSURING UNIT VARIANCE</a:t>
            </a:r>
          </a:p>
        </p:txBody>
      </p:sp>
      <p:sp>
        <p:nvSpPr>
          <p:cNvPr id="23" name="Text 9"/>
          <p:cNvSpPr/>
          <p:nvPr/>
        </p:nvSpPr>
        <p:spPr>
          <a:xfrm>
            <a:off x="457200" y="3781625"/>
            <a:ext cx="11277600" cy="98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The weighted average of individually z-scored signals can still have non-unit variance due to correlations between signals and partial data availability. Re-standardising via standardise_pillar() ensures every pillar has unit variance before being combined into the composite.</a:t>
            </a:r>
          </a:p>
          <a:p>
            <a:pPr marL="171450" indent="-1714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</a:rPr>
              <a:t>This means the Pillar Z-Score displayed in the dashboard is not a simple weighted sum of the signal z-scores — it is the historical z-score (EWMA-standardised) of that weighted sum against its own history. This critical step ensures comparability across pillars and prevents any single pillar from dominating due to variance differences.</a:t>
            </a:r>
          </a:p>
        </p:txBody>
      </p:sp>
      <p:sp>
        <p:nvSpPr>
          <p:cNvPr id="25" name="Text 11"/>
          <p:cNvSpPr/>
          <p:nvPr/>
        </p:nvSpPr>
        <p:spPr>
          <a:xfrm>
            <a:off x="438150" y="5189721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CRISIS OVERRIDE</a:t>
            </a:r>
          </a:p>
        </p:txBody>
      </p:sp>
      <p:sp>
        <p:nvSpPr>
          <p:cNvPr id="26" name="Text 12"/>
          <p:cNvSpPr/>
          <p:nvPr/>
        </p:nvSpPr>
        <p:spPr>
          <a:xfrm>
            <a:off x="438150" y="5446896"/>
            <a:ext cx="11372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When both VIX and MOVE exceed 80th percentile simultaneously, all tilts forced to zero.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278C0A78-439E-9EBA-6DB0-4BF72D84F795}"/>
              </a:ext>
            </a:extLst>
          </p:cNvPr>
          <p:cNvSpPr/>
          <p:nvPr/>
        </p:nvSpPr>
        <p:spPr>
          <a:xfrm>
            <a:off x="244800" y="5019675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12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7F1-46CA-3F8A-2845-9D3BE0D13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D752CCFA-0931-2164-DD7F-29E442E316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52CCFA-0931-2164-DD7F-29E442E316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EB62C24-CD6A-00EF-60A4-4B6AA7605B94}"/>
              </a:ext>
            </a:extLst>
          </p:cNvPr>
          <p:cNvSpPr/>
          <p:nvPr/>
        </p:nvSpPr>
        <p:spPr>
          <a:xfrm>
            <a:off x="211772" y="4038600"/>
            <a:ext cx="9589918" cy="612000"/>
          </a:xfrm>
          <a:prstGeom prst="roundRect">
            <a:avLst/>
          </a:prstGeom>
          <a:solidFill>
            <a:srgbClr val="FAD4D2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915B868-02B3-10DD-0445-997DB9F2F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89CFA4-A4A2-95D9-5122-6A219197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38" y="398860"/>
            <a:ext cx="9554652" cy="443198"/>
          </a:xfrm>
        </p:spPr>
        <p:txBody>
          <a:bodyPr vert="horz"/>
          <a:lstStyle/>
          <a:p>
            <a:r>
              <a:rPr lang="en-US" sz="3200" dirty="0"/>
              <a:t>Agenda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00F0DF-E3C7-2F68-000A-6BBA0033C9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7038" y="122220"/>
            <a:ext cx="9554652" cy="227498"/>
          </a:xfrm>
        </p:spPr>
        <p:txBody>
          <a:bodyPr/>
          <a:lstStyle/>
          <a:p>
            <a:r>
              <a:rPr lang="en-US"/>
              <a:t>Dashboard TAA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1EC219-AB5A-8713-5B98-B2DD903F05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1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B8A1A7-3B7E-BCD6-6B89-CB628B3F5C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7037" y="1030560"/>
            <a:ext cx="8834653" cy="389915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A8D90AB-547A-40AA-CE4C-68B41881A0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7037" y="1386471"/>
            <a:ext cx="8834653" cy="22749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230E7CC-D1E3-5E85-A38D-C98335C0C2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2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7BDA643-008C-0783-0F87-121227A514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3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7C27371-ECD6-92F2-BDC7-97B1DC07926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solidFill>
                  <a:srgbClr val="E6281E"/>
                </a:solidFill>
              </a:rPr>
              <a:t>4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2C2EB94C-56D8-6FBB-B42D-114626D788E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7037" y="1778546"/>
            <a:ext cx="8834653" cy="389915"/>
          </a:xfrm>
        </p:spPr>
        <p:txBody>
          <a:bodyPr/>
          <a:lstStyle/>
          <a:p>
            <a:r>
              <a:rPr lang="en-US" dirty="0"/>
              <a:t>Signal Engine &amp; Transform Codes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9F31062-1B54-D862-6D88-E7CC753D0D1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F597891-4FC4-3B5D-1A4D-CF25ADF618F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7037" y="2532857"/>
            <a:ext cx="8834653" cy="389915"/>
          </a:xfrm>
        </p:spPr>
        <p:txBody>
          <a:bodyPr/>
          <a:lstStyle/>
          <a:p>
            <a:r>
              <a:rPr lang="en-US" dirty="0"/>
              <a:t>The Four Pillars (F / M / S / V)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453835C-0593-F089-C6AB-3D6849CE32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0CB2D5C-6D63-0ABC-1F2C-D69A4225E07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7037" y="3287169"/>
            <a:ext cx="8834653" cy="389915"/>
          </a:xfrm>
        </p:spPr>
        <p:txBody>
          <a:bodyPr/>
          <a:lstStyle/>
          <a:p>
            <a:r>
              <a:rPr lang="en-US" dirty="0"/>
              <a:t>Composite Scoring &amp; Conviction Mapping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F6F627FF-06BF-34A9-2BB6-173B65FAD6A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178FABF-E626-C992-561B-2ABEA3BA3A2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5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5285EC08-7ED1-9596-8DCE-C7832BD5501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>
                <a:solidFill>
                  <a:srgbClr val="E6281E"/>
                </a:solidFill>
              </a:rPr>
              <a:t>6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2F9F1221-1990-0D48-0A2D-ECD1F97F34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7037" y="4075770"/>
            <a:ext cx="8834653" cy="389915"/>
          </a:xfrm>
        </p:spPr>
        <p:txBody>
          <a:bodyPr/>
          <a:lstStyle/>
          <a:p>
            <a:r>
              <a:rPr lang="en-US" dirty="0"/>
              <a:t>Conviction &amp; Views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BB2D04F3-D43E-3C67-76E2-7B88410FDC8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28A8913E-3B23-D7A3-9693-3D9A8C75BE4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67037" y="4830082"/>
            <a:ext cx="8834653" cy="389915"/>
          </a:xfrm>
        </p:spPr>
        <p:txBody>
          <a:bodyPr/>
          <a:lstStyle/>
          <a:p>
            <a:r>
              <a:rPr lang="en-US" dirty="0"/>
              <a:t>Hierarchy, Portfolio &amp; Implementation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FA3F91C1-E7A3-6534-5E41-7DA1D68A0E5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53593493-3E3B-A03D-55D3-78B99D03A92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>
              <a:solidFill>
                <a:srgbClr val="E6281E"/>
              </a:solidFill>
            </a:endParaRP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FF48F060-DF4C-3D3E-A754-DA0E9FB7E9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D1C80807-913F-05C3-7AB9-DF2010BF7F8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4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DB70-E1C9-DC76-70EF-B7EE932F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7">
            <a:extLst>
              <a:ext uri="{FF2B5EF4-FFF2-40B4-BE49-F238E27FC236}">
                <a16:creationId xmlns:a16="http://schemas.microsoft.com/office/drawing/2014/main" id="{33E77D1B-E213-3A6F-7C65-DBDB7F1A8459}"/>
              </a:ext>
            </a:extLst>
          </p:cNvPr>
          <p:cNvSpPr/>
          <p:nvPr/>
        </p:nvSpPr>
        <p:spPr>
          <a:xfrm>
            <a:off x="225749" y="1124877"/>
            <a:ext cx="7317663" cy="3662498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C1F37C2A-37CC-2E85-46E7-2EDBDDF31061}"/>
              </a:ext>
            </a:extLst>
          </p:cNvPr>
          <p:cNvSpPr/>
          <p:nvPr/>
        </p:nvSpPr>
        <p:spPr>
          <a:xfrm>
            <a:off x="7696200" y="1142999"/>
            <a:ext cx="4267587" cy="3647097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9525">
            <a:solidFill>
              <a:srgbClr val="D5D9DE"/>
            </a:solidFill>
          </a:ln>
          <a:effectLst>
            <a:outerShdw blurRad="133350" dist="38100" dir="5400000" algn="bl" rotWithShape="0">
              <a:srgbClr val="000000">
                <a:alpha val="1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66E4F4-3CB8-12E0-C9E1-21CE17C8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From composite z-score to tactical intensity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584133-4C8B-6CC9-3C62-314924E6E0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Composite Scoring &amp; Conviction Mapping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9298E39-86FF-1607-9EA9-3E5696A9D9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 dirty="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DFAFDB9-FE02-C90A-8418-92B1E5C3C221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FF731BF-8465-83B8-FECF-91501FE946C7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Conviction thresholds map composite z-scores to discrete tilt levels with crisis override protection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9CAC3B1-5E57-3825-8928-8350A7C03FFE}"/>
              </a:ext>
            </a:extLst>
          </p:cNvPr>
          <p:cNvSpPr/>
          <p:nvPr/>
        </p:nvSpPr>
        <p:spPr>
          <a:xfrm>
            <a:off x="469161" y="1289839"/>
            <a:ext cx="5334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CONVICTION THRESHOLDS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552BD3F-8A9E-3CBF-A3C0-099C14E7F837}"/>
              </a:ext>
            </a:extLst>
          </p:cNvPr>
          <p:cNvSpPr/>
          <p:nvPr/>
        </p:nvSpPr>
        <p:spPr>
          <a:xfrm>
            <a:off x="7924800" y="1298963"/>
            <a:ext cx="3369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ABSOLUTE TILT FORMULA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FA0F699-4111-32BC-3886-D34521B459BE}"/>
              </a:ext>
            </a:extLst>
          </p:cNvPr>
          <p:cNvSpPr/>
          <p:nvPr/>
        </p:nvSpPr>
        <p:spPr>
          <a:xfrm>
            <a:off x="7924800" y="1647825"/>
            <a:ext cx="3886200" cy="247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spcBef>
                <a:spcPts val="60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abs_tilt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tilt_fraction × conviction_multiplier × MAX_TILT_PCT[AC]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Where: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71450" indent="-171450" defTabSz="6858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 err="1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tilt_fraction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from threshold table (+1.0, +0.5, 0.0, −0.5, −1.0)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71450" indent="-171450" defTabSz="6858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 err="1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conviction_multiplier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pillar agreement (1.00×, 0.80×, 0.50×, 0.00×)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71450" indent="-171450" defTabSz="6858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MAX_TILT_PCT[AC]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max tilt at 100 bps TE reference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MAX_TILT_PCT is auto-generated from taa_config.xlsx and can vary by asset class based on risk budget allocation.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9912834-C2AA-DFC1-F173-AE81619C8E37}"/>
              </a:ext>
            </a:extLst>
          </p:cNvPr>
          <p:cNvSpPr/>
          <p:nvPr/>
        </p:nvSpPr>
        <p:spPr>
          <a:xfrm>
            <a:off x="244800" y="4867275"/>
            <a:ext cx="11049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09D9246-3553-BE17-37B2-C9E7FCDEBA05}"/>
              </a:ext>
            </a:extLst>
          </p:cNvPr>
          <p:cNvSpPr/>
          <p:nvPr/>
        </p:nvSpPr>
        <p:spPr>
          <a:xfrm>
            <a:off x="244800" y="4953000"/>
            <a:ext cx="11049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/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CRISIS OVERRIDE MECHANISM</a:t>
            </a: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4C9A984-1469-2317-A7B6-6919C664DF58}"/>
              </a:ext>
            </a:extLst>
          </p:cNvPr>
          <p:cNvSpPr/>
          <p:nvPr/>
        </p:nvSpPr>
        <p:spPr>
          <a:xfrm>
            <a:off x="244800" y="5305426"/>
            <a:ext cx="11049000" cy="676076"/>
          </a:xfrm>
          <a:prstGeom prst="rect">
            <a:avLst/>
          </a:prstGeom>
          <a:solidFill>
            <a:srgbClr val="ECECEC"/>
          </a:solidFill>
          <a:ln w="12700">
            <a:solidFill>
              <a:srgbClr val="D4D0C8"/>
            </a:solidFill>
            <a:prstDash val="solid"/>
          </a:ln>
        </p:spPr>
        <p:txBody>
          <a:bodyPr/>
          <a:lstStyle/>
          <a:p>
            <a:pPr defTabSz="685800"/>
            <a:endParaRPr lang="en-US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837033A-988E-46ED-B0F8-003824FBDB73}"/>
              </a:ext>
            </a:extLst>
          </p:cNvPr>
          <p:cNvSpPr/>
          <p:nvPr/>
        </p:nvSpPr>
        <p:spPr>
          <a:xfrm>
            <a:off x="435300" y="5400675"/>
            <a:ext cx="10668000" cy="497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When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both VIX &gt; 80th percentile AND MOVE &gt; 80th percentile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simultaneously → all tilts forced to zero. Override lifts when both return below 70th percentile. This protects against environments where cross-asset correlation spikes and diversification breaks down — the exact scenario where systematic signals are most vulnerable.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6424969-499B-A49E-D19E-42BC2FBC36AD}"/>
              </a:ext>
            </a:extLst>
          </p:cNvPr>
          <p:cNvSpPr/>
          <p:nvPr/>
        </p:nvSpPr>
        <p:spPr>
          <a:xfrm>
            <a:off x="244800" y="6061401"/>
            <a:ext cx="1104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30000"/>
              </a:lnSpc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Thresholds calibrated for insurance portfolio context with Solvency II constraints. No-short mandate enforced via clip(lower=0).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6CF20D7A-9864-0FDC-495E-6A160779B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86117"/>
              </p:ext>
            </p:extLst>
          </p:nvPr>
        </p:nvGraphicFramePr>
        <p:xfrm>
          <a:off x="469161" y="1676400"/>
          <a:ext cx="4707812" cy="2743197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49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8373">
                  <a:extLst>
                    <a:ext uri="{9D8B030D-6E8A-4147-A177-3AD203B41FA5}">
                      <a16:colId xmlns:a16="http://schemas.microsoft.com/office/drawing/2014/main" val="2648075945"/>
                    </a:ext>
                  </a:extLst>
                </a:gridCol>
              </a:tblGrid>
              <a:tr h="43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 range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Tilt fraction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</a:rPr>
                        <a:t>Color</a:t>
                      </a:r>
                      <a:endParaRPr lang="en-US" sz="1100" b="1" kern="1200" dirty="0">
                        <a:solidFill>
                          <a:srgbClr val="FFFFFF"/>
                        </a:solidFill>
                        <a:latin typeface="Inter" pitchFamily="34" charset="0"/>
                        <a:ea typeface="Inter" pitchFamily="34" charset="-122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z ≥ +1.50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HIGH 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+1.0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dirty="0">
                          <a:solidFill>
                            <a:srgbClr val="2E7D4F"/>
                          </a:solidFill>
                        </a:rPr>
                        <a:t>● Strong Bull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+0.75 to +1.49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 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+0.5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dirty="0">
                          <a:solidFill>
                            <a:srgbClr val="5B9A6D"/>
                          </a:solidFill>
                        </a:rPr>
                        <a:t>● Moderate Bull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-0.75 to +0.74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NEUTRAL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0.0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dirty="0">
                          <a:solidFill>
                            <a:srgbClr val="7A8B7F"/>
                          </a:solidFill>
                        </a:rPr>
                        <a:t>● Neutral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-1.50 to -0.76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MEDIUM UW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-0.5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dirty="0">
                          <a:solidFill>
                            <a:srgbClr val="C25B4F"/>
                          </a:solidFill>
                        </a:rPr>
                        <a:t>● Moderate Bear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4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z &lt; -1.50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HIGH UW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-1.0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dirty="0">
                          <a:solidFill>
                            <a:srgbClr val="C25B4F"/>
                          </a:solidFill>
                        </a:rPr>
                        <a:t>● Strong Bear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>
            <a:extLst>
              <a:ext uri="{FF2B5EF4-FFF2-40B4-BE49-F238E27FC236}">
                <a16:creationId xmlns:a16="http://schemas.microsoft.com/office/drawing/2014/main" id="{5A32742C-9E86-B2A0-7F20-1F3709846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42736"/>
              </p:ext>
            </p:extLst>
          </p:nvPr>
        </p:nvGraphicFramePr>
        <p:xfrm>
          <a:off x="5329761" y="1676399"/>
          <a:ext cx="1985439" cy="27432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071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29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FFFFFF"/>
                          </a:solidFill>
                        </a:rPr>
                        <a:t>Pillars in agreement</a:t>
                      </a:r>
                      <a:endParaRPr lang="en-US" sz="1100" b="1" kern="1200" dirty="0">
                        <a:solidFill>
                          <a:srgbClr val="FFFFFF"/>
                        </a:solidFill>
                        <a:latin typeface="Inter" pitchFamily="34" charset="0"/>
                        <a:ea typeface="Inter" pitchFamily="34" charset="-122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Multiplier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7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4 /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1.00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7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 /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0.80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7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 /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0.50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7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 /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0.00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 / 4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0.00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6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DC4E-13A2-4D31-20E7-18E8E6F5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7">
            <a:extLst>
              <a:ext uri="{FF2B5EF4-FFF2-40B4-BE49-F238E27FC236}">
                <a16:creationId xmlns:a16="http://schemas.microsoft.com/office/drawing/2014/main" id="{E1438E92-3177-975D-4EFA-D5FF1AACEEEF}"/>
              </a:ext>
            </a:extLst>
          </p:cNvPr>
          <p:cNvSpPr/>
          <p:nvPr/>
        </p:nvSpPr>
        <p:spPr>
          <a:xfrm>
            <a:off x="225749" y="1124877"/>
            <a:ext cx="11718988" cy="2989922"/>
          </a:xfrm>
          <a:prstGeom prst="roundRect">
            <a:avLst>
              <a:gd name="adj" fmla="val 377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>
            <a:outerShdw blurRad="133350" dist="381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5BFB4-9754-5218-D1B3-D6453BC0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Absolute vs Relative Views &amp; Final Tilt Blend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A87EBA-70DF-826F-1E59-A45E0DA9B2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Composite Scoring &amp; Conviction Mapping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C9CFA2B-233D-8C38-2494-5E0B1A07B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 dirty="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1185E34-CAAF-BE1C-A532-64BCBE3734CC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B53DFA15-371F-9981-023D-719ECD22CCF1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Final tilts blend 35% absolute views with 65% relative cross-sectional rankings</a:t>
            </a: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BCF6AC4F-6171-1EF7-75DB-1CBF135D36AE}"/>
              </a:ext>
            </a:extLst>
          </p:cNvPr>
          <p:cNvSpPr/>
          <p:nvPr/>
        </p:nvSpPr>
        <p:spPr>
          <a:xfrm>
            <a:off x="457514" y="1695450"/>
            <a:ext cx="5486077" cy="2247234"/>
          </a:xfrm>
          <a:prstGeom prst="roundRect">
            <a:avLst>
              <a:gd name="adj" fmla="val 6264"/>
            </a:avLst>
          </a:prstGeom>
          <a:solidFill>
            <a:srgbClr val="FFFFFF"/>
          </a:solidFill>
          <a:ln w="9525">
            <a:solidFill>
              <a:srgbClr val="D4D9DF"/>
            </a:solidFill>
          </a:ln>
          <a:effectLst>
            <a:outerShdw blurRad="13335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88F47EB-BDE0-3250-A12D-E87AE43DAC42}"/>
              </a:ext>
            </a:extLst>
          </p:cNvPr>
          <p:cNvSpPr/>
          <p:nvPr/>
        </p:nvSpPr>
        <p:spPr>
          <a:xfrm>
            <a:off x="6172201" y="1695450"/>
            <a:ext cx="5486400" cy="2247234"/>
          </a:xfrm>
          <a:prstGeom prst="roundRect">
            <a:avLst>
              <a:gd name="adj" fmla="val 4442"/>
            </a:avLst>
          </a:prstGeom>
          <a:solidFill>
            <a:srgbClr val="FFFFFF"/>
          </a:solidFill>
          <a:ln w="9525">
            <a:solidFill>
              <a:srgbClr val="D4D9DF"/>
            </a:solidFill>
          </a:ln>
          <a:effectLst>
            <a:outerShdw blurRad="13335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97725BFA-3E1D-C372-909B-B1B1D5FBEC55}"/>
              </a:ext>
            </a:extLst>
          </p:cNvPr>
          <p:cNvSpPr/>
          <p:nvPr/>
        </p:nvSpPr>
        <p:spPr>
          <a:xfrm>
            <a:off x="435300" y="1219200"/>
            <a:ext cx="7083207" cy="32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ts val="2551"/>
              </a:lnSpc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Final view framework</a:t>
            </a:r>
          </a:p>
        </p:txBody>
      </p:sp>
      <p:sp>
        <p:nvSpPr>
          <p:cNvPr id="12" name="Text 28">
            <a:extLst>
              <a:ext uri="{FF2B5EF4-FFF2-40B4-BE49-F238E27FC236}">
                <a16:creationId xmlns:a16="http://schemas.microsoft.com/office/drawing/2014/main" id="{3DC2F75F-B905-8648-75F3-971729B75EB7}"/>
              </a:ext>
            </a:extLst>
          </p:cNvPr>
          <p:cNvSpPr/>
          <p:nvPr/>
        </p:nvSpPr>
        <p:spPr>
          <a:xfrm>
            <a:off x="651200" y="1816767"/>
            <a:ext cx="3010388" cy="28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51"/>
              </a:lnSpc>
            </a:pPr>
            <a:r>
              <a:rPr lang="en-US" sz="12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Absolute view</a:t>
            </a:r>
            <a:endParaRPr lang="en-US" sz="12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 29">
            <a:extLst>
              <a:ext uri="{FF2B5EF4-FFF2-40B4-BE49-F238E27FC236}">
                <a16:creationId xmlns:a16="http://schemas.microsoft.com/office/drawing/2014/main" id="{60086711-FA9F-E2CD-5A9C-C5AA2F3EAADE}"/>
              </a:ext>
            </a:extLst>
          </p:cNvPr>
          <p:cNvSpPr/>
          <p:nvPr/>
        </p:nvSpPr>
        <p:spPr>
          <a:xfrm>
            <a:off x="651200" y="2140616"/>
            <a:ext cx="5257446" cy="37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70757C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Answers: “Is this asset class attractive relative to its own history?” It uses the composite z-score directly and converts it into an absolute tilt.</a:t>
            </a:r>
            <a:endParaRPr lang="en-US" sz="12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Text 31">
            <a:extLst>
              <a:ext uri="{FF2B5EF4-FFF2-40B4-BE49-F238E27FC236}">
                <a16:creationId xmlns:a16="http://schemas.microsoft.com/office/drawing/2014/main" id="{0CE16CA0-BA6A-7686-8435-965D554AF44B}"/>
              </a:ext>
            </a:extLst>
          </p:cNvPr>
          <p:cNvSpPr/>
          <p:nvPr/>
        </p:nvSpPr>
        <p:spPr>
          <a:xfrm>
            <a:off x="6400800" y="1816767"/>
            <a:ext cx="2934392" cy="28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2251"/>
              </a:lnSpc>
            </a:pPr>
            <a:r>
              <a:rPr lang="en-US" sz="12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Relative view</a:t>
            </a:r>
            <a:endParaRPr lang="en-US" sz="12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Text 32">
            <a:extLst>
              <a:ext uri="{FF2B5EF4-FFF2-40B4-BE49-F238E27FC236}">
                <a16:creationId xmlns:a16="http://schemas.microsoft.com/office/drawing/2014/main" id="{5C5C61AF-1FBF-270C-F775-E00B83AB0E1D}"/>
              </a:ext>
            </a:extLst>
          </p:cNvPr>
          <p:cNvSpPr/>
          <p:nvPr/>
        </p:nvSpPr>
        <p:spPr>
          <a:xfrm>
            <a:off x="6400800" y="2140616"/>
            <a:ext cx="5181600" cy="43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70757C"/>
                </a:solidFill>
                <a:latin typeface="Trebuchet MS" panose="020B0603020202020204" pitchFamily="34" charset="0"/>
                <a:ea typeface="Inter" pitchFamily="34" charset="-122"/>
                <a:cs typeface="Inter" pitchFamily="34" charset="-120"/>
              </a:rPr>
              <a:t>Answers: “Which asset class looks better than the others today?” It rescales each composite score relative to the cross-sectional mean and dispersion.</a:t>
            </a:r>
            <a:endParaRPr lang="en-US" sz="12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3BED2B0-2D9B-727A-A8D7-70F9CA9F69F7}"/>
              </a:ext>
            </a:extLst>
          </p:cNvPr>
          <p:cNvSpPr/>
          <p:nvPr/>
        </p:nvSpPr>
        <p:spPr>
          <a:xfrm>
            <a:off x="687441" y="2590800"/>
            <a:ext cx="5103759" cy="1105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Z_absolute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Z_composite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30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abs_tilt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f(Z_absolute) × conviction_mult × MAX_TILT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Uses the AC's own composite z-score against its historical distribution. Captures time-series mean reversion and trend persistence within each asset class independently.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991EF93-79AF-714E-5A85-141CB9C22CC7}"/>
              </a:ext>
            </a:extLst>
          </p:cNvPr>
          <p:cNvSpPr/>
          <p:nvPr/>
        </p:nvSpPr>
        <p:spPr>
          <a:xfrm>
            <a:off x="6400800" y="2647950"/>
            <a:ext cx="5334000" cy="93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spcBef>
                <a:spcPts val="60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Z_relative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(Z_composite − mean_cs) / std_cs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rel_tilt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f(Z_relative) × conviction_mult × MAX_TILT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defTabSz="685800">
              <a:spcBef>
                <a:spcPts val="600"/>
              </a:spcBef>
            </a:pP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Cross-sectional ranking across all 6 active ACs. mean_cs and std_cs computed cross-sectionally. Captures which assets are cheap vs peers.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3DFD649E-F0C7-842C-DF73-784B0F519847}"/>
              </a:ext>
            </a:extLst>
          </p:cNvPr>
          <p:cNvSpPr/>
          <p:nvPr/>
        </p:nvSpPr>
        <p:spPr>
          <a:xfrm>
            <a:off x="266700" y="4209122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1A7977F2-C9E1-D339-2AB5-50DE75626F2B}"/>
              </a:ext>
            </a:extLst>
          </p:cNvPr>
          <p:cNvSpPr/>
          <p:nvPr/>
        </p:nvSpPr>
        <p:spPr>
          <a:xfrm>
            <a:off x="266700" y="4304372"/>
            <a:ext cx="11049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>
              <a:lnSpc>
                <a:spcPts val="2551"/>
              </a:lnSpc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FINAL TILT BLEND</a:t>
            </a: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A9C93412-7365-8ED1-7421-F717559DE301}"/>
              </a:ext>
            </a:extLst>
          </p:cNvPr>
          <p:cNvSpPr/>
          <p:nvPr/>
        </p:nvSpPr>
        <p:spPr>
          <a:xfrm>
            <a:off x="266700" y="4637747"/>
            <a:ext cx="11049000" cy="188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final_tilt</a:t>
            </a:r>
            <a:r>
              <a:rPr lang="en-US" sz="1200" dirty="0">
                <a:solidFill>
                  <a:srgbClr val="1B3A4B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 = 0.35 × abs_tilt + </a:t>
            </a:r>
            <a:r>
              <a:rPr lang="en-US" sz="1200" dirty="0">
                <a:solidFill>
                  <a:srgbClr val="7A8B7F"/>
                </a:solidFill>
                <a:latin typeface="Trebuchet MS" panose="020B0603020202020204" pitchFamily="34" charset="0"/>
                <a:ea typeface="Liter" pitchFamily="34" charset="-122"/>
                <a:cs typeface="Liter" pitchFamily="34" charset="-120"/>
              </a:rPr>
              <a:t>0.65 × rel_tilt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52553A8-2557-790A-68FB-18EFAF27E81E}"/>
              </a:ext>
            </a:extLst>
          </p:cNvPr>
          <p:cNvSpPr/>
          <p:nvPr/>
        </p:nvSpPr>
        <p:spPr>
          <a:xfrm>
            <a:off x="266700" y="4953000"/>
            <a:ext cx="11049000" cy="2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200" b="1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65% weight on relative views</a:t>
            </a:r>
            <a:r>
              <a:rPr lang="en-US" sz="1200" dirty="0">
                <a:solidFill>
                  <a:srgbClr val="2D2D2D"/>
                </a:solidFill>
                <a:latin typeface="Trebuchet MS" panose="020B0603020202020204" pitchFamily="34" charset="0"/>
                <a:ea typeface="QuattrocentoSans" pitchFamily="34" charset="-122"/>
                <a:cs typeface="QuattrocentoSans" pitchFamily="34" charset="-120"/>
              </a:rPr>
              <a:t> tries to capture tactical deviations driven by cross-asset attractiveness rather than absolute macro timing.</a:t>
            </a:r>
            <a:endParaRPr lang="en-US" sz="12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F0BBDAC2-8B9D-9600-CDB4-53096E662755}"/>
              </a:ext>
            </a:extLst>
          </p:cNvPr>
          <p:cNvSpPr/>
          <p:nvPr/>
        </p:nvSpPr>
        <p:spPr>
          <a:xfrm>
            <a:off x="266700" y="5381625"/>
            <a:ext cx="2857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685800">
              <a:lnSpc>
                <a:spcPts val="2551"/>
              </a:lnSpc>
            </a:pPr>
            <a:r>
              <a:rPr lang="en-US" sz="1400" b="1" dirty="0">
                <a:solidFill>
                  <a:srgbClr val="27303A"/>
                </a:solidFill>
                <a:latin typeface="Trebuchet MS" panose="020B0603020202020204" pitchFamily="34" charset="0"/>
                <a:ea typeface="Inter" pitchFamily="34" charset="-122"/>
              </a:rPr>
              <a:t>KEY ACADEMIC REFERENCES</a:t>
            </a: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55BD78E9-9632-B619-B9C1-50D0EB9F77E0}"/>
              </a:ext>
            </a:extLst>
          </p:cNvPr>
          <p:cNvSpPr/>
          <p:nvPr/>
        </p:nvSpPr>
        <p:spPr>
          <a:xfrm>
            <a:off x="266700" y="567690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50000"/>
              </a:lnSpc>
            </a:pPr>
            <a:r>
              <a:rPr lang="en-US" sz="12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Wang &amp; Kochard (2012)</a:t>
            </a: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35/65 blend | </a:t>
            </a:r>
            <a:r>
              <a:rPr lang="en-US" sz="12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Asness et al. (2013)</a:t>
            </a: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value + momentum | </a:t>
            </a:r>
            <a:r>
              <a:rPr lang="en-US" sz="12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Koijen et al. (2018)</a:t>
            </a:r>
            <a:r>
              <a:rPr lang="en-US" sz="12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carry is universal</a:t>
            </a:r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E972F19E-2101-A35B-853D-0D6425D9D751}"/>
              </a:ext>
            </a:extLst>
          </p:cNvPr>
          <p:cNvSpPr/>
          <p:nvPr/>
        </p:nvSpPr>
        <p:spPr>
          <a:xfrm>
            <a:off x="235243" y="5313324"/>
            <a:ext cx="11700000" cy="9525"/>
          </a:xfrm>
          <a:prstGeom prst="rect">
            <a:avLst/>
          </a:prstGeom>
          <a:solidFill>
            <a:srgbClr val="D4D0C8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578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528C-B42C-C3AF-4C25-57E5C554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8">
            <a:extLst>
              <a:ext uri="{FF2B5EF4-FFF2-40B4-BE49-F238E27FC236}">
                <a16:creationId xmlns:a16="http://schemas.microsoft.com/office/drawing/2014/main" id="{D824EA1B-86EE-639F-BB11-D357EFCDB269}"/>
              </a:ext>
            </a:extLst>
          </p:cNvPr>
          <p:cNvSpPr/>
          <p:nvPr/>
        </p:nvSpPr>
        <p:spPr>
          <a:xfrm>
            <a:off x="8291518" y="1800498"/>
            <a:ext cx="3703320" cy="2671354"/>
          </a:xfrm>
          <a:prstGeom prst="roundRect">
            <a:avLst>
              <a:gd name="adj" fmla="val 2972"/>
            </a:avLst>
          </a:prstGeom>
          <a:solidFill>
            <a:srgbClr val="FFFFFF"/>
          </a:solidFill>
          <a:ln w="9525">
            <a:solidFill>
              <a:srgbClr val="D4D9DF"/>
            </a:solidFill>
          </a:ln>
          <a:effectLst>
            <a:outerShdw blurRad="13335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D6D59CA4-562E-617D-AEB6-F5E0E3545280}"/>
              </a:ext>
            </a:extLst>
          </p:cNvPr>
          <p:cNvSpPr/>
          <p:nvPr/>
        </p:nvSpPr>
        <p:spPr>
          <a:xfrm>
            <a:off x="8462424" y="2773405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DC157FBD-3AE0-6287-10D4-59CDF3ECE0A9}"/>
              </a:ext>
            </a:extLst>
          </p:cNvPr>
          <p:cNvSpPr/>
          <p:nvPr/>
        </p:nvSpPr>
        <p:spPr>
          <a:xfrm>
            <a:off x="8425412" y="1998474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C155416D-5F3E-7F33-6056-243ADFCD31A9}"/>
              </a:ext>
            </a:extLst>
          </p:cNvPr>
          <p:cNvSpPr/>
          <p:nvPr/>
        </p:nvSpPr>
        <p:spPr>
          <a:xfrm>
            <a:off x="244800" y="1828801"/>
            <a:ext cx="3703320" cy="2671354"/>
          </a:xfrm>
          <a:prstGeom prst="roundRect">
            <a:avLst>
              <a:gd name="adj" fmla="val 2972"/>
            </a:avLst>
          </a:prstGeom>
          <a:solidFill>
            <a:srgbClr val="FFFFFF"/>
          </a:solidFill>
          <a:ln w="9525">
            <a:solidFill>
              <a:srgbClr val="D4D9DF"/>
            </a:solidFill>
          </a:ln>
          <a:effectLst>
            <a:outerShdw blurRad="13335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D7BDA31-CCAF-0605-6FD6-5C525EB5CC3E}"/>
              </a:ext>
            </a:extLst>
          </p:cNvPr>
          <p:cNvSpPr/>
          <p:nvPr/>
        </p:nvSpPr>
        <p:spPr>
          <a:xfrm>
            <a:off x="359100" y="3508053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8230B7B1-762C-EFFD-1D02-6A3FB9B9FED3}"/>
              </a:ext>
            </a:extLst>
          </p:cNvPr>
          <p:cNvSpPr/>
          <p:nvPr/>
        </p:nvSpPr>
        <p:spPr>
          <a:xfrm>
            <a:off x="359100" y="2771266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18F61F-D435-3664-6728-DA669074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71A1D1-CC90-5BDD-9A94-845E86655E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Next Steps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8A6000A-963A-DFD9-774F-7E02D090E5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000" y="6427051"/>
            <a:ext cx="9720000" cy="187680"/>
          </a:xfrm>
        </p:spPr>
        <p:txBody>
          <a:bodyPr/>
          <a:lstStyle/>
          <a:p>
            <a:endParaRPr lang="es-PE" sz="1200" dirty="0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DB6C007-E221-1335-8AEF-D66810EF3F0A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31C2CC15-4D6D-CF75-2553-487EB719BE04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rPr>
              <a:t>There is much room for improvement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62A84-41DC-DBD2-5777-13AB403CAFBA}"/>
              </a:ext>
            </a:extLst>
          </p:cNvPr>
          <p:cNvSpPr/>
          <p:nvPr/>
        </p:nvSpPr>
        <p:spPr>
          <a:xfrm>
            <a:off x="244799" y="120541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s-PE" b="1" dirty="0">
                <a:solidFill>
                  <a:schemeClr val="bg1"/>
                </a:solidFill>
              </a:rPr>
              <a:t>01</a:t>
            </a:r>
            <a:endParaRPr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13C8A00-65AC-C66C-775C-D995B26CE8CF}"/>
              </a:ext>
            </a:extLst>
          </p:cNvPr>
          <p:cNvSpPr txBox="1"/>
          <p:nvPr/>
        </p:nvSpPr>
        <p:spPr>
          <a:xfrm>
            <a:off x="839160" y="1205410"/>
            <a:ext cx="3108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BACKTESTING</a:t>
            </a:r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93A80C58-C7AC-24E6-E96E-E7F6E956F2B6}"/>
              </a:ext>
            </a:extLst>
          </p:cNvPr>
          <p:cNvSpPr/>
          <p:nvPr/>
        </p:nvSpPr>
        <p:spPr>
          <a:xfrm>
            <a:off x="4268159" y="120541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s-PE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4" name="TextBox 22">
            <a:extLst>
              <a:ext uri="{FF2B5EF4-FFF2-40B4-BE49-F238E27FC236}">
                <a16:creationId xmlns:a16="http://schemas.microsoft.com/office/drawing/2014/main" id="{CCA66EBF-790E-68C4-B8D8-6FD15B25A6F9}"/>
              </a:ext>
            </a:extLst>
          </p:cNvPr>
          <p:cNvSpPr txBox="1"/>
          <p:nvPr/>
        </p:nvSpPr>
        <p:spPr>
          <a:xfrm>
            <a:off x="4862520" y="1205410"/>
            <a:ext cx="3108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MORE SIGNALS</a:t>
            </a:r>
            <a:r>
              <a:rPr lang="es-PE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 / Asset </a:t>
            </a:r>
            <a:r>
              <a:rPr lang="es-PE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Classes</a:t>
            </a:r>
            <a:endParaRPr b="1" dirty="0">
              <a:solidFill>
                <a:schemeClr val="tx1">
                  <a:lumMod val="50000"/>
                  <a:lumOff val="50000"/>
                </a:schemeClr>
              </a:solidFill>
              <a:latin typeface="Calibri"/>
            </a:endParaRPr>
          </a:p>
        </p:txBody>
      </p:sp>
      <p:sp>
        <p:nvSpPr>
          <p:cNvPr id="16" name="Rectangle 37">
            <a:extLst>
              <a:ext uri="{FF2B5EF4-FFF2-40B4-BE49-F238E27FC236}">
                <a16:creationId xmlns:a16="http://schemas.microsoft.com/office/drawing/2014/main" id="{7E9AF5CD-E9A0-1B24-70FB-181BE61C29EC}"/>
              </a:ext>
            </a:extLst>
          </p:cNvPr>
          <p:cNvSpPr/>
          <p:nvPr/>
        </p:nvSpPr>
        <p:spPr>
          <a:xfrm>
            <a:off x="8291519" y="120541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s-PE" b="1" dirty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39">
            <a:extLst>
              <a:ext uri="{FF2B5EF4-FFF2-40B4-BE49-F238E27FC236}">
                <a16:creationId xmlns:a16="http://schemas.microsoft.com/office/drawing/2014/main" id="{A0FB9E40-094B-B43E-C063-9E6DFC2BD0EC}"/>
              </a:ext>
            </a:extLst>
          </p:cNvPr>
          <p:cNvSpPr txBox="1"/>
          <p:nvPr/>
        </p:nvSpPr>
        <p:spPr>
          <a:xfrm>
            <a:off x="8885880" y="1205410"/>
            <a:ext cx="3108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b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ROBUSTNESS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047781F-4503-7D53-3B90-558FE1C472EF}"/>
              </a:ext>
            </a:extLst>
          </p:cNvPr>
          <p:cNvSpPr/>
          <p:nvPr/>
        </p:nvSpPr>
        <p:spPr>
          <a:xfrm>
            <a:off x="4268159" y="1824447"/>
            <a:ext cx="3703320" cy="2671354"/>
          </a:xfrm>
          <a:prstGeom prst="roundRect">
            <a:avLst>
              <a:gd name="adj" fmla="val 2972"/>
            </a:avLst>
          </a:prstGeom>
          <a:solidFill>
            <a:srgbClr val="FFFFFF"/>
          </a:solidFill>
          <a:ln w="9525">
            <a:solidFill>
              <a:srgbClr val="D4D9DF"/>
            </a:solidFill>
          </a:ln>
          <a:effectLst>
            <a:outerShdw blurRad="133350" dist="38100" dir="5400000" algn="bl" rotWithShape="0">
              <a:srgbClr val="000000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6D9025A-16F1-0583-EEA6-82C102171F34}"/>
              </a:ext>
            </a:extLst>
          </p:cNvPr>
          <p:cNvSpPr/>
          <p:nvPr/>
        </p:nvSpPr>
        <p:spPr>
          <a:xfrm>
            <a:off x="364543" y="2030925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25B51B01-B13C-E8E6-A6CB-78A4EA3CABD2}"/>
              </a:ext>
            </a:extLst>
          </p:cNvPr>
          <p:cNvSpPr txBox="1"/>
          <p:nvPr/>
        </p:nvSpPr>
        <p:spPr>
          <a:xfrm>
            <a:off x="359100" y="2050632"/>
            <a:ext cx="3474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100" dirty="0">
                <a:solidFill>
                  <a:srgbClr val="333333"/>
                </a:solidFill>
                <a:latin typeface="Trebuchet MS" panose="020B0603020202020204" pitchFamily="34" charset="0"/>
              </a:rPr>
              <a:t>Compute: Sharpe ratio of tilt overlay; hit rate; maximum drawdown; regime performance (risk-on / risk-off / inflation).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C9E54885-8985-F300-0F01-BC0EFE5D0AB9}"/>
              </a:ext>
            </a:extLst>
          </p:cNvPr>
          <p:cNvSpPr txBox="1"/>
          <p:nvPr/>
        </p:nvSpPr>
        <p:spPr>
          <a:xfrm>
            <a:off x="364413" y="2872628"/>
            <a:ext cx="3474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100" dirty="0">
                <a:solidFill>
                  <a:srgbClr val="333333"/>
                </a:solidFill>
                <a:latin typeface="Trebuchet MS" panose="020B0603020202020204" pitchFamily="34" charset="0"/>
              </a:rPr>
              <a:t>Validate 35/65 absolute/relative blend against alternative splits (50/50, 0/100).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F746E43D-0B48-15D5-ACB7-841DF80013F8}"/>
              </a:ext>
            </a:extLst>
          </p:cNvPr>
          <p:cNvSpPr txBox="1"/>
          <p:nvPr/>
        </p:nvSpPr>
        <p:spPr>
          <a:xfrm>
            <a:off x="363454" y="3622927"/>
            <a:ext cx="3474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100" dirty="0">
                <a:solidFill>
                  <a:srgbClr val="333333"/>
                </a:solidFill>
                <a:latin typeface="Trebuchet MS" panose="020B0603020202020204" pitchFamily="34" charset="0"/>
              </a:rPr>
              <a:t>Validate pillar weights: confirm 25/25/25/25 equal weights vs current weights in-sample.</a:t>
            </a: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CE0719C8-78CA-8623-C695-2EFF8E8CE02D}"/>
              </a:ext>
            </a:extLst>
          </p:cNvPr>
          <p:cNvSpPr/>
          <p:nvPr/>
        </p:nvSpPr>
        <p:spPr>
          <a:xfrm>
            <a:off x="4397155" y="3508053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2A53649-E821-355A-5F86-4111C53FAE02}"/>
              </a:ext>
            </a:extLst>
          </p:cNvPr>
          <p:cNvSpPr/>
          <p:nvPr/>
        </p:nvSpPr>
        <p:spPr>
          <a:xfrm>
            <a:off x="4397155" y="2771266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304841AA-6673-1085-4FC8-CE90124D8F83}"/>
              </a:ext>
            </a:extLst>
          </p:cNvPr>
          <p:cNvSpPr/>
          <p:nvPr/>
        </p:nvSpPr>
        <p:spPr>
          <a:xfrm>
            <a:off x="4402598" y="2030925"/>
            <a:ext cx="3429000" cy="643224"/>
          </a:xfrm>
          <a:prstGeom prst="roundRect">
            <a:avLst>
              <a:gd name="adj" fmla="val 10377"/>
            </a:avLst>
          </a:prstGeom>
          <a:solidFill>
            <a:srgbClr val="F6F7F8"/>
          </a:solidFill>
          <a:ln w="9525">
            <a:solidFill>
              <a:srgbClr val="D6DAE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1FCED1BD-C117-3AF3-2D07-EA112565045F}"/>
              </a:ext>
            </a:extLst>
          </p:cNvPr>
          <p:cNvSpPr txBox="1"/>
          <p:nvPr/>
        </p:nvSpPr>
        <p:spPr>
          <a:xfrm>
            <a:off x="4495799" y="2121012"/>
            <a:ext cx="32004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We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can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include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more asset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classes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and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signals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that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can be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mapped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to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them</a:t>
            </a:r>
            <a:endParaRPr sz="1100" dirty="0">
              <a:solidFill>
                <a:srgbClr val="333333"/>
              </a:solidFill>
              <a:latin typeface="Trebuchet MS" panose="020B0603020202020204" pitchFamily="34" charset="0"/>
            </a:endParaRPr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CAC01C0F-7C96-9A3B-9E66-69115DF50E8C}"/>
              </a:ext>
            </a:extLst>
          </p:cNvPr>
          <p:cNvSpPr txBox="1"/>
          <p:nvPr/>
        </p:nvSpPr>
        <p:spPr>
          <a:xfrm>
            <a:off x="4511454" y="2950046"/>
            <a:ext cx="32004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Include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signals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that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capture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regime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changes</a:t>
            </a:r>
            <a:endParaRPr sz="1100" dirty="0">
              <a:solidFill>
                <a:srgbClr val="333333"/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42F531A0-6161-5B47-FA4F-B58110F41031}"/>
              </a:ext>
            </a:extLst>
          </p:cNvPr>
          <p:cNvSpPr txBox="1"/>
          <p:nvPr/>
        </p:nvSpPr>
        <p:spPr>
          <a:xfrm>
            <a:off x="4519618" y="3699690"/>
            <a:ext cx="32004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Create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custom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signals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based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on</a:t>
            </a:r>
            <a:r>
              <a:rPr lang="es-PE" sz="1100" dirty="0">
                <a:solidFill>
                  <a:srgbClr val="333333"/>
                </a:solidFill>
                <a:latin typeface="Trebuchet MS" panose="020B0603020202020204" pitchFamily="34" charset="0"/>
              </a:rPr>
              <a:t> </a:t>
            </a:r>
            <a:r>
              <a:rPr lang="es-PE" sz="1100" dirty="0" err="1">
                <a:solidFill>
                  <a:srgbClr val="333333"/>
                </a:solidFill>
                <a:latin typeface="Trebuchet MS" panose="020B0603020202020204" pitchFamily="34" charset="0"/>
              </a:rPr>
              <a:t>literature</a:t>
            </a:r>
            <a:endParaRPr sz="1100" dirty="0">
              <a:solidFill>
                <a:srgbClr val="333333"/>
              </a:solidFill>
              <a:latin typeface="Trebuchet MS" panose="020B0603020202020204" pitchFamily="34" charset="0"/>
            </a:endParaRPr>
          </a:p>
        </p:txBody>
      </p:sp>
      <p:sp>
        <p:nvSpPr>
          <p:cNvPr id="46" name="TextBox 47">
            <a:extLst>
              <a:ext uri="{FF2B5EF4-FFF2-40B4-BE49-F238E27FC236}">
                <a16:creationId xmlns:a16="http://schemas.microsoft.com/office/drawing/2014/main" id="{2D9A2C4D-1E7B-9070-CFC7-3AAE752D77A0}"/>
              </a:ext>
            </a:extLst>
          </p:cNvPr>
          <p:cNvSpPr txBox="1"/>
          <p:nvPr/>
        </p:nvSpPr>
        <p:spPr>
          <a:xfrm>
            <a:off x="8482146" y="2020004"/>
            <a:ext cx="34747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/>
            <a:r>
              <a:rPr sz="1100" dirty="0">
                <a:solidFill>
                  <a:srgbClr val="333333"/>
                </a:solidFill>
                <a:latin typeface="Trebuchet MS" panose="020B0603020202020204" pitchFamily="34" charset="0"/>
              </a:rPr>
              <a:t>Regime-conditional scoring: develop VIX/MOVE regime classifier to auto-adjust conviction thresholds in high-vol environments.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EDF33E36-8ACC-954C-51BF-E3132156803D}"/>
              </a:ext>
            </a:extLst>
          </p:cNvPr>
          <p:cNvSpPr txBox="1"/>
          <p:nvPr/>
        </p:nvSpPr>
        <p:spPr>
          <a:xfrm>
            <a:off x="8587667" y="2865407"/>
            <a:ext cx="31471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 defTabSz="457200">
              <a:defRPr sz="1100">
                <a:solidFill>
                  <a:srgbClr val="333333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s-PE" dirty="0" err="1"/>
              <a:t>Improvement</a:t>
            </a:r>
            <a:r>
              <a:rPr lang="es-PE" dirty="0"/>
              <a:t> of </a:t>
            </a:r>
            <a:r>
              <a:rPr lang="es-PE" dirty="0" err="1"/>
              <a:t>update</a:t>
            </a:r>
            <a:r>
              <a:rPr lang="es-PE" dirty="0"/>
              <a:t> </a:t>
            </a:r>
            <a:r>
              <a:rPr lang="es-PE" dirty="0" err="1"/>
              <a:t>process</a:t>
            </a:r>
            <a:r>
              <a:rPr lang="es-PE" dirty="0"/>
              <a:t>: </a:t>
            </a:r>
            <a:r>
              <a:rPr lang="es-PE" dirty="0" err="1"/>
              <a:t>automate</a:t>
            </a:r>
            <a:r>
              <a:rPr lang="es-PE" dirty="0"/>
              <a:t> </a:t>
            </a:r>
            <a:r>
              <a:rPr lang="es-PE" dirty="0" err="1"/>
              <a:t>process</a:t>
            </a:r>
            <a:r>
              <a:rPr lang="es-PE" dirty="0"/>
              <a:t> to </a:t>
            </a:r>
            <a:r>
              <a:rPr lang="es-PE" dirty="0" err="1"/>
              <a:t>avoid</a:t>
            </a:r>
            <a:r>
              <a:rPr lang="es-PE" dirty="0"/>
              <a:t> </a:t>
            </a:r>
            <a:r>
              <a:rPr lang="es-PE" dirty="0" err="1"/>
              <a:t>operational</a:t>
            </a:r>
            <a:r>
              <a:rPr lang="es-PE" dirty="0"/>
              <a:t> </a:t>
            </a:r>
            <a:r>
              <a:rPr lang="es-PE" dirty="0" err="1"/>
              <a:t>mistakes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68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618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2C5F17-D06E-67C0-FC1A-2253C7BC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6F844-B14F-A9A3-828F-B63E73C2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s-PE" dirty="0"/>
              <a:t>Asignación Táctica de Activos: Generación de Señales Tácticas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98F39B-4880-7C8B-450A-E757EA0C54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18971"/>
          </a:xfrm>
        </p:spPr>
        <p:txBody>
          <a:bodyPr/>
          <a:lstStyle/>
          <a:p>
            <a:r>
              <a:rPr lang="en-US" dirty="0">
                <a:latin typeface="Trebuchet MS" panose="020B0603020202020204" pitchFamily="34" charset="0"/>
              </a:rPr>
              <a:t>TAA Methodology Framework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12C7EA9-EDDC-8289-B9F3-719D6632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PE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745B0DB-E06D-9A50-E07B-DA2439893AA8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2D72D961-2FD5-D563-5B28-F2345B900E0B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Metodología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 de </a:t>
            </a: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Señales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 Multi-Pilar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FD58AA-CE20-F5F7-C67B-4014A2C80F6C}"/>
              </a:ext>
            </a:extLst>
          </p:cNvPr>
          <p:cNvSpPr/>
          <p:nvPr/>
        </p:nvSpPr>
        <p:spPr>
          <a:xfrm>
            <a:off x="244800" y="1061521"/>
            <a:ext cx="10880400" cy="409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Framework sistemático que convierte señales macro, de momentum, posicionamiento y valoración en scores de convicción accionables para renta fija y renta variable.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D384F13-5C67-8D7F-813B-820A3564389C}"/>
              </a:ext>
            </a:extLst>
          </p:cNvPr>
          <p:cNvSpPr/>
          <p:nvPr/>
        </p:nvSpPr>
        <p:spPr>
          <a:xfrm>
            <a:off x="385764" y="1683172"/>
            <a:ext cx="2724150" cy="1516123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E1B7232-B7AC-5D11-1C4D-313EC0465AAA}"/>
              </a:ext>
            </a:extLst>
          </p:cNvPr>
          <p:cNvSpPr/>
          <p:nvPr/>
        </p:nvSpPr>
        <p:spPr>
          <a:xfrm>
            <a:off x="395289" y="1692697"/>
            <a:ext cx="2714625" cy="419100"/>
          </a:xfrm>
          <a:prstGeom prst="round2SameRect">
            <a:avLst>
              <a:gd name="adj1" fmla="val 12121"/>
              <a:gd name="adj2" fmla="val 0"/>
            </a:avLst>
          </a:prstGeom>
          <a:solidFill>
            <a:srgbClr val="C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9EE8B67-B40B-5EC5-2991-49C881DBD7DF}"/>
              </a:ext>
            </a:extLst>
          </p:cNvPr>
          <p:cNvSpPr/>
          <p:nvPr/>
        </p:nvSpPr>
        <p:spPr>
          <a:xfrm>
            <a:off x="509589" y="176889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</a:rPr>
              <a:t>I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3A14DD7-CA43-D91E-47E6-D35B02A14F3C}"/>
              </a:ext>
            </a:extLst>
          </p:cNvPr>
          <p:cNvSpPr/>
          <p:nvPr/>
        </p:nvSpPr>
        <p:spPr>
          <a:xfrm>
            <a:off x="852489" y="1787947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Fundamentos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3301F99-022D-B456-C17A-3C22A8FCD8CC}"/>
              </a:ext>
            </a:extLst>
          </p:cNvPr>
          <p:cNvSpPr/>
          <p:nvPr/>
        </p:nvSpPr>
        <p:spPr>
          <a:xfrm>
            <a:off x="509589" y="2168947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Macro &amp; Corporativo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FD2CDAF-529B-0EF2-F893-6F15DC080C09}"/>
              </a:ext>
            </a:extLst>
          </p:cNvPr>
          <p:cNvSpPr/>
          <p:nvPr/>
        </p:nvSpPr>
        <p:spPr>
          <a:xfrm>
            <a:off x="509589" y="2441627"/>
            <a:ext cx="2533650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Dirección del ciclo económico, trayectoria de utilidades, riesgo de impago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1AF8FEAE-961F-5B1F-9EDD-428C5CEA6244}"/>
              </a:ext>
            </a:extLst>
          </p:cNvPr>
          <p:cNvSpPr/>
          <p:nvPr/>
        </p:nvSpPr>
        <p:spPr>
          <a:xfrm>
            <a:off x="3281364" y="1683172"/>
            <a:ext cx="2724150" cy="1516123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BBD3779-0200-726E-EC1E-179C98B7BF69}"/>
              </a:ext>
            </a:extLst>
          </p:cNvPr>
          <p:cNvSpPr/>
          <p:nvPr/>
        </p:nvSpPr>
        <p:spPr>
          <a:xfrm>
            <a:off x="3281364" y="1687006"/>
            <a:ext cx="2724150" cy="419100"/>
          </a:xfrm>
          <a:prstGeom prst="round2SameRect">
            <a:avLst>
              <a:gd name="adj1" fmla="val 10984"/>
              <a:gd name="adj2" fmla="val 0"/>
            </a:avLst>
          </a:prstGeom>
          <a:solidFill>
            <a:srgbClr val="4A4A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22BACA5-71C1-65A2-5867-CC5E5C161220}"/>
              </a:ext>
            </a:extLst>
          </p:cNvPr>
          <p:cNvSpPr/>
          <p:nvPr/>
        </p:nvSpPr>
        <p:spPr>
          <a:xfrm>
            <a:off x="3405189" y="176889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</a:rPr>
              <a:t>II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B64AD88-F8DD-D1D6-99CE-BD81FBEC9B9E}"/>
              </a:ext>
            </a:extLst>
          </p:cNvPr>
          <p:cNvSpPr/>
          <p:nvPr/>
        </p:nvSpPr>
        <p:spPr>
          <a:xfrm>
            <a:off x="3748089" y="1787947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Momentum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8BE918E-6CE0-1018-45AE-E54BBC856FDF}"/>
              </a:ext>
            </a:extLst>
          </p:cNvPr>
          <p:cNvSpPr/>
          <p:nvPr/>
        </p:nvSpPr>
        <p:spPr>
          <a:xfrm>
            <a:off x="3405189" y="2168947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Tendencias de Precio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99B2A72-C31D-07FD-BE00-172A5A2D6B3F}"/>
              </a:ext>
            </a:extLst>
          </p:cNvPr>
          <p:cNvSpPr/>
          <p:nvPr/>
        </p:nvSpPr>
        <p:spPr>
          <a:xfrm>
            <a:off x="3405189" y="2441627"/>
            <a:ext cx="2533650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Momentum de spreads y precios, persistencia de tendencia, señales técnicas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C8849F6E-4CBF-D2EC-2D54-507A4D06433D}"/>
              </a:ext>
            </a:extLst>
          </p:cNvPr>
          <p:cNvSpPr/>
          <p:nvPr/>
        </p:nvSpPr>
        <p:spPr>
          <a:xfrm>
            <a:off x="6176964" y="1683172"/>
            <a:ext cx="2724150" cy="1516123"/>
          </a:xfrm>
          <a:prstGeom prst="roundRect">
            <a:avLst>
              <a:gd name="adj" fmla="val 5359"/>
            </a:avLst>
          </a:prstGeom>
          <a:solidFill>
            <a:srgbClr val="FFFFFF"/>
          </a:solidFill>
          <a:ln w="12700">
            <a:solidFill>
              <a:srgbClr val="8B8B8B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EF738E6-BF24-1692-0CE0-73EDFB97FE22}"/>
              </a:ext>
            </a:extLst>
          </p:cNvPr>
          <p:cNvSpPr/>
          <p:nvPr/>
        </p:nvSpPr>
        <p:spPr>
          <a:xfrm>
            <a:off x="6176964" y="1683172"/>
            <a:ext cx="2738438" cy="419100"/>
          </a:xfrm>
          <a:prstGeom prst="round2SameRect">
            <a:avLst/>
          </a:prstGeom>
          <a:solidFill>
            <a:srgbClr val="8B8B8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9AA03437-A0D3-545A-477A-5CD2109684BD}"/>
              </a:ext>
            </a:extLst>
          </p:cNvPr>
          <p:cNvSpPr/>
          <p:nvPr/>
        </p:nvSpPr>
        <p:spPr>
          <a:xfrm>
            <a:off x="6300789" y="176889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0" i="0" u="none" strike="noStrike" kern="1200" cap="none" spc="0" normalizeH="0" baseline="0" noProof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rebuchet MS" panose="020B0603020202020204" pitchFamily="34" charset="0"/>
              </a:rPr>
              <a:t>III</a:t>
            </a: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958AEE9-0F10-AB41-C50E-6088A0B5B737}"/>
              </a:ext>
            </a:extLst>
          </p:cNvPr>
          <p:cNvSpPr/>
          <p:nvPr/>
        </p:nvSpPr>
        <p:spPr>
          <a:xfrm>
            <a:off x="6643689" y="1787947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Sentimiento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207F329-41E4-87F1-6B0C-C0CAEB840A77}"/>
              </a:ext>
            </a:extLst>
          </p:cNvPr>
          <p:cNvSpPr/>
          <p:nvPr/>
        </p:nvSpPr>
        <p:spPr>
          <a:xfrm>
            <a:off x="6300789" y="2168947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Apetito de Riesgo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A411EDF-21E3-AD8E-A18B-998D70324443}"/>
              </a:ext>
            </a:extLst>
          </p:cNvPr>
          <p:cNvSpPr/>
          <p:nvPr/>
        </p:nvSpPr>
        <p:spPr>
          <a:xfrm>
            <a:off x="6300789" y="2441627"/>
            <a:ext cx="2533650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Posicionamiento de inversionistas,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flujos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, mercado de opciones, régimen de volatilidad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7D98226-61BF-A989-2CAB-5C3ECE85050E}"/>
              </a:ext>
            </a:extLst>
          </p:cNvPr>
          <p:cNvSpPr/>
          <p:nvPr/>
        </p:nvSpPr>
        <p:spPr>
          <a:xfrm>
            <a:off x="9072564" y="1683172"/>
            <a:ext cx="2724150" cy="1516123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E7F818B7-C0A0-CAF6-72CB-EEA5BB489EEC}"/>
              </a:ext>
            </a:extLst>
          </p:cNvPr>
          <p:cNvSpPr/>
          <p:nvPr/>
        </p:nvSpPr>
        <p:spPr>
          <a:xfrm>
            <a:off x="9072564" y="1692697"/>
            <a:ext cx="2733673" cy="419100"/>
          </a:xfrm>
          <a:prstGeom prst="round2SameRect">
            <a:avLst>
              <a:gd name="adj1" fmla="val 9848"/>
              <a:gd name="adj2" fmla="val 0"/>
            </a:avLst>
          </a:prstGeom>
          <a:solidFill>
            <a:srgbClr val="C000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E90A447D-18AF-5B00-7FAF-8B87C1D283F8}"/>
              </a:ext>
            </a:extLst>
          </p:cNvPr>
          <p:cNvSpPr/>
          <p:nvPr/>
        </p:nvSpPr>
        <p:spPr>
          <a:xfrm>
            <a:off x="9196389" y="176889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</a:rPr>
              <a:t>IV</a:t>
            </a: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04AC308B-C1CA-AC0C-BFD2-A85C4116DF16}"/>
              </a:ext>
            </a:extLst>
          </p:cNvPr>
          <p:cNvSpPr/>
          <p:nvPr/>
        </p:nvSpPr>
        <p:spPr>
          <a:xfrm>
            <a:off x="9539289" y="1787947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Valoración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2D6A3B33-5AEE-BDCC-413B-1D9605A69243}"/>
              </a:ext>
            </a:extLst>
          </p:cNvPr>
          <p:cNvSpPr/>
          <p:nvPr/>
        </p:nvSpPr>
        <p:spPr>
          <a:xfrm>
            <a:off x="9196389" y="2168947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Valor Justo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967D5D33-A98A-FE86-DC8D-FDF913F8603E}"/>
              </a:ext>
            </a:extLst>
          </p:cNvPr>
          <p:cNvSpPr/>
          <p:nvPr/>
        </p:nvSpPr>
        <p:spPr>
          <a:xfrm>
            <a:off x="9196389" y="2441627"/>
            <a:ext cx="2533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Percentiles de OAS, P/E forward, prima de riesgo accionaria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2201A3C3-79E6-7F43-FC9D-B5111FD32D8D}"/>
              </a:ext>
            </a:extLst>
          </p:cNvPr>
          <p:cNvSpPr/>
          <p:nvPr/>
        </p:nvSpPr>
        <p:spPr>
          <a:xfrm>
            <a:off x="385764" y="3475169"/>
            <a:ext cx="11410950" cy="1819979"/>
          </a:xfrm>
          <a:prstGeom prst="roundRect">
            <a:avLst>
              <a:gd name="adj" fmla="val 5686"/>
            </a:avLst>
          </a:prstGeom>
          <a:solidFill>
            <a:srgbClr val="FFFFFF"/>
          </a:solidFill>
          <a:ln w="12700">
            <a:solidFill>
              <a:srgbClr val="8B8B8B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PE" sz="12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1A8764B1-CD12-58C0-893C-B0152557E07A}"/>
              </a:ext>
            </a:extLst>
          </p:cNvPr>
          <p:cNvSpPr/>
          <p:nvPr/>
        </p:nvSpPr>
        <p:spPr>
          <a:xfrm>
            <a:off x="1155142" y="3619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31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42AA7D75-8DE8-FC9C-02A6-74A04B0B37BA}"/>
              </a:ext>
            </a:extLst>
          </p:cNvPr>
          <p:cNvSpPr/>
          <p:nvPr/>
        </p:nvSpPr>
        <p:spPr>
          <a:xfrm>
            <a:off x="1278967" y="37620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8906D055-EB42-50BA-362F-0BC171D1C1E7}"/>
              </a:ext>
            </a:extLst>
          </p:cNvPr>
          <p:cNvSpPr/>
          <p:nvPr/>
        </p:nvSpPr>
        <p:spPr>
          <a:xfrm>
            <a:off x="655080" y="41811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Integración de Señales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61BB344-AD17-E86C-C97D-03FB5A1E60D4}"/>
              </a:ext>
            </a:extLst>
          </p:cNvPr>
          <p:cNvSpPr/>
          <p:nvPr/>
        </p:nvSpPr>
        <p:spPr>
          <a:xfrm>
            <a:off x="659842" y="4590299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Normalización z-score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0E08D2AA-7910-3923-80BF-B66937547A4D}"/>
              </a:ext>
            </a:extLst>
          </p:cNvPr>
          <p:cNvSpPr/>
          <p:nvPr/>
        </p:nvSpPr>
        <p:spPr>
          <a:xfrm>
            <a:off x="650317" y="4929577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Agregación equal-weight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3177CEEB-322E-1510-90DC-9647700125F7}"/>
              </a:ext>
            </a:extLst>
          </p:cNvPr>
          <p:cNvSpPr/>
          <p:nvPr/>
        </p:nvSpPr>
        <p:spPr>
          <a:xfrm>
            <a:off x="2622921" y="3914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31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4EA1373E-C59E-A579-CD78-108AFC48E017}"/>
              </a:ext>
            </a:extLst>
          </p:cNvPr>
          <p:cNvSpPr/>
          <p:nvPr/>
        </p:nvSpPr>
        <p:spPr>
          <a:xfrm>
            <a:off x="3696148" y="3619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4A4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6" name="Shape 41">
            <a:extLst>
              <a:ext uri="{FF2B5EF4-FFF2-40B4-BE49-F238E27FC236}">
                <a16:creationId xmlns:a16="http://schemas.microsoft.com/office/drawing/2014/main" id="{6E99F0F6-0A0A-148E-AE10-98372B028BBF}"/>
              </a:ext>
            </a:extLst>
          </p:cNvPr>
          <p:cNvSpPr/>
          <p:nvPr/>
        </p:nvSpPr>
        <p:spPr>
          <a:xfrm>
            <a:off x="3841405" y="3762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7C47F836-0680-F016-5CAC-849649360A0A}"/>
              </a:ext>
            </a:extLst>
          </p:cNvPr>
          <p:cNvSpPr/>
          <p:nvPr/>
        </p:nvSpPr>
        <p:spPr>
          <a:xfrm>
            <a:off x="3224214" y="418115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Output de Convicción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C6F722B0-4203-B0B4-CF54-D79E3E892AB9}"/>
              </a:ext>
            </a:extLst>
          </p:cNvPr>
          <p:cNvSpPr/>
          <p:nvPr/>
        </p:nvSpPr>
        <p:spPr>
          <a:xfrm>
            <a:off x="3228976" y="4481902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Baja / Media / Alta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375819DD-0CF0-8B3C-DC6C-784D8E65E703}"/>
              </a:ext>
            </a:extLst>
          </p:cNvPr>
          <p:cNvSpPr/>
          <p:nvPr/>
        </p:nvSpPr>
        <p:spPr>
          <a:xfrm>
            <a:off x="3171678" y="4770401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0" name="Shape 45">
            <a:extLst>
              <a:ext uri="{FF2B5EF4-FFF2-40B4-BE49-F238E27FC236}">
                <a16:creationId xmlns:a16="http://schemas.microsoft.com/office/drawing/2014/main" id="{07CB5A74-B5EC-DCD7-8A96-12F9B2AADBCF}"/>
              </a:ext>
            </a:extLst>
          </p:cNvPr>
          <p:cNvSpPr/>
          <p:nvPr/>
        </p:nvSpPr>
        <p:spPr>
          <a:xfrm>
            <a:off x="5063870" y="39084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31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1" name="Shape 46">
            <a:extLst>
              <a:ext uri="{FF2B5EF4-FFF2-40B4-BE49-F238E27FC236}">
                <a16:creationId xmlns:a16="http://schemas.microsoft.com/office/drawing/2014/main" id="{58C8F5B1-0FBD-A46B-FACB-F62C07A570D6}"/>
              </a:ext>
            </a:extLst>
          </p:cNvPr>
          <p:cNvSpPr/>
          <p:nvPr/>
        </p:nvSpPr>
        <p:spPr>
          <a:xfrm>
            <a:off x="5937789" y="36322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31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2" name="Shape 47">
            <a:extLst>
              <a:ext uri="{FF2B5EF4-FFF2-40B4-BE49-F238E27FC236}">
                <a16:creationId xmlns:a16="http://schemas.microsoft.com/office/drawing/2014/main" id="{EE99B2C7-AFF8-0527-92BD-2E6A4794D3D6}"/>
              </a:ext>
            </a:extLst>
          </p:cNvPr>
          <p:cNvSpPr/>
          <p:nvPr/>
        </p:nvSpPr>
        <p:spPr>
          <a:xfrm>
            <a:off x="6061614" y="3775094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21A76CC6-7249-A259-F5A8-94615C63D3D1}"/>
              </a:ext>
            </a:extLst>
          </p:cNvPr>
          <p:cNvSpPr/>
          <p:nvPr/>
        </p:nvSpPr>
        <p:spPr>
          <a:xfrm>
            <a:off x="5516307" y="4194194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Acción en Portafolio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1A689FED-0F5F-8DB7-ED03-5BF8C3D54F78}"/>
              </a:ext>
            </a:extLst>
          </p:cNvPr>
          <p:cNvSpPr/>
          <p:nvPr/>
        </p:nvSpPr>
        <p:spPr>
          <a:xfrm>
            <a:off x="5521070" y="4469120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Reglas de sizing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6F3F71A6-2A6F-9AD7-0195-6B7ED173C3DA}"/>
              </a:ext>
            </a:extLst>
          </p:cNvPr>
          <p:cNvSpPr/>
          <p:nvPr/>
        </p:nvSpPr>
        <p:spPr>
          <a:xfrm>
            <a:off x="5533932" y="4679041"/>
            <a:ext cx="1295400" cy="329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OW / Neutral / UW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6" name="Shape 51">
            <a:extLst>
              <a:ext uri="{FF2B5EF4-FFF2-40B4-BE49-F238E27FC236}">
                <a16:creationId xmlns:a16="http://schemas.microsoft.com/office/drawing/2014/main" id="{D16C817C-4D65-FB01-2128-413053425C6D}"/>
              </a:ext>
            </a:extLst>
          </p:cNvPr>
          <p:cNvSpPr/>
          <p:nvPr/>
        </p:nvSpPr>
        <p:spPr>
          <a:xfrm>
            <a:off x="7843173" y="3681802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31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8412916E-95E0-7780-A037-4083D53AD6C0}"/>
              </a:ext>
            </a:extLst>
          </p:cNvPr>
          <p:cNvSpPr/>
          <p:nvPr/>
        </p:nvSpPr>
        <p:spPr>
          <a:xfrm>
            <a:off x="8179430" y="3637986"/>
            <a:ext cx="3086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Parámetros del Framework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A5A90630-482C-969C-9718-15D302035416}"/>
              </a:ext>
            </a:extLst>
          </p:cNvPr>
          <p:cNvSpPr/>
          <p:nvPr/>
        </p:nvSpPr>
        <p:spPr>
          <a:xfrm>
            <a:off x="8179430" y="3904686"/>
            <a:ext cx="3076575" cy="20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Horizonte: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3–12 meses (secundario)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E6830885-CEC0-2FC6-A658-D3B4CC096106}"/>
              </a:ext>
            </a:extLst>
          </p:cNvPr>
          <p:cNvSpPr/>
          <p:nvPr/>
        </p:nvSpPr>
        <p:spPr>
          <a:xfrm>
            <a:off x="8179430" y="4131273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Frecuencia: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Semanal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FFDD8905-9CED-F9CF-0C88-515AB798F6F8}"/>
              </a:ext>
            </a:extLst>
          </p:cNvPr>
          <p:cNvSpPr/>
          <p:nvPr/>
        </p:nvSpPr>
        <p:spPr>
          <a:xfrm>
            <a:off x="8188955" y="4342410"/>
            <a:ext cx="3076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Moneda: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USD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D438066-76A5-87A6-CFD6-6B34561F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5785C-CA7A-D930-3088-AC1267B0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236300"/>
            <a:ext cx="11700000" cy="306687"/>
          </a:xfrm>
        </p:spPr>
        <p:txBody>
          <a:bodyPr/>
          <a:lstStyle/>
          <a:p>
            <a:r>
              <a:rPr lang="es-PE"/>
              <a:t>Los Cuatro Pilares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DC9912-6691-7A1C-6C22-0D5DF818FB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6000" y="20620"/>
            <a:ext cx="11700000" cy="205184"/>
          </a:xfrm>
        </p:spPr>
        <p:txBody>
          <a:bodyPr/>
          <a:lstStyle/>
          <a:p>
            <a:pPr>
              <a:lnSpc>
                <a:spcPts val="1575"/>
              </a:lnSpc>
            </a:pPr>
            <a:r>
              <a:rPr lang="en-US" dirty="0">
                <a:solidFill>
                  <a:srgbClr val="6A6E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TAA Methodology Framework</a:t>
            </a:r>
            <a:endParaRPr lang="en-U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5312F4D-8391-31E9-E839-5951D5684D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PE">
              <a:latin typeface="Trebuchet MS" panose="020B0603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E0A074D-3CCA-8AA7-2DD1-B6AB4DFF1224}"/>
              </a:ext>
            </a:extLst>
          </p:cNvPr>
          <p:cNvCxnSpPr>
            <a:cxnSpLocks/>
          </p:cNvCxnSpPr>
          <p:nvPr/>
        </p:nvCxnSpPr>
        <p:spPr>
          <a:xfrm>
            <a:off x="244800" y="980876"/>
            <a:ext cx="11703600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A207FCC8-6859-6093-71A5-306EEAA2CF76}"/>
              </a:ext>
            </a:extLst>
          </p:cNvPr>
          <p:cNvSpPr txBox="1">
            <a:spLocks/>
          </p:cNvSpPr>
          <p:nvPr/>
        </p:nvSpPr>
        <p:spPr>
          <a:xfrm>
            <a:off x="244800" y="684788"/>
            <a:ext cx="11718988" cy="215444"/>
          </a:xfrm>
          <a:prstGeom prst="rect">
            <a:avLst/>
          </a:prstGeom>
          <a:ln cap="sq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288000" marR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Trebuchet MS" panose="020B0603020202020204" pitchFamily="34" charset="0"/>
              <a:buChar char="−"/>
              <a:tabLst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432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​"/>
              <a:defRPr lang="en-US" sz="1400" b="1" kern="120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5pPr>
            <a:lvl6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7pPr>
            <a:lvl8pPr marL="269875" indent="-15240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200" kern="1200" baseline="0" smtClean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400" b="1" kern="1200" baseline="0" dirty="0">
                <a:solidFill>
                  <a:schemeClr val="tx2"/>
                </a:solidFill>
                <a:latin typeface="Trebuchet MS" panose="020B0603020202020204" pitchFamily="34" charset="0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0">
              <a:defRPr/>
            </a:pP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¿</a:t>
            </a: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Qué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miden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 y </a:t>
            </a: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por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  <a:r>
              <a:rPr lang="en-US" err="1">
                <a:solidFill>
                  <a:srgbClr val="000000"/>
                </a:solidFill>
                <a:latin typeface="Trebuchet MS" panose="020B0603020202020204" pitchFamily="34" charset="0"/>
              </a:rPr>
              <a:t>qué</a:t>
            </a:r>
            <a:r>
              <a:rPr lang="en-US">
                <a:solidFill>
                  <a:srgbClr val="000000"/>
                </a:solidFill>
                <a:latin typeface="Trebuchet MS" panose="020B0603020202020204" pitchFamily="34" charset="0"/>
              </a:rPr>
              <a:t>?</a:t>
            </a:r>
            <a:endParaRPr lang="es-ES" sz="110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Shape 6"/>
          <p:cNvSpPr/>
          <p:nvPr/>
        </p:nvSpPr>
        <p:spPr>
          <a:xfrm>
            <a:off x="262588" y="1329611"/>
            <a:ext cx="5760000" cy="2362200"/>
          </a:xfrm>
          <a:custGeom>
            <a:avLst/>
            <a:gdLst/>
            <a:ahLst/>
            <a:cxnLst/>
            <a:rect l="l" t="t" r="r" b="b"/>
            <a:pathLst>
              <a:path w="5638800" h="2362200">
                <a:moveTo>
                  <a:pt x="76205" y="0"/>
                </a:moveTo>
                <a:lnTo>
                  <a:pt x="5562595" y="0"/>
                </a:lnTo>
                <a:cubicBezTo>
                  <a:pt x="5604654" y="0"/>
                  <a:pt x="5638800" y="34146"/>
                  <a:pt x="5638800" y="76205"/>
                </a:cubicBezTo>
                <a:lnTo>
                  <a:pt x="5638800" y="2285995"/>
                </a:lnTo>
                <a:cubicBezTo>
                  <a:pt x="5638800" y="2328054"/>
                  <a:pt x="5604654" y="2362200"/>
                  <a:pt x="55625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31E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86413" y="14216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31E24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I</a:t>
            </a:r>
          </a:p>
        </p:txBody>
      </p:sp>
      <p:sp>
        <p:nvSpPr>
          <p:cNvPr id="63" name="Text 9"/>
          <p:cNvSpPr/>
          <p:nvPr/>
        </p:nvSpPr>
        <p:spPr>
          <a:xfrm>
            <a:off x="767413" y="1402636"/>
            <a:ext cx="1181100" cy="19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Fundamentos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767413" y="1615996"/>
            <a:ext cx="1600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Macro &amp; Corporativo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386413" y="187654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Qué mide: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386413" y="2057519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Dirección de la actividad económica y salud corporativa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386413" y="223849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Por qué importa: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386413" y="2416413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El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ciclo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económico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impulsa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flujos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caja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tasas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descuento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y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riesgo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impago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más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puntos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inflexión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386412" y="2761597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Indicadores clave: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386413" y="2933819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ISM PMI (Nuevas Órdenes), Revisiones de Utilidades, GDP Nowcast, Tasa de Default, Citi Surprise Index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386412" y="3329352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Tipo: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Leading / Coincidente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3140387" y="3322525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Horizonte: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1–3M a 3–12M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6146413" y="1329611"/>
            <a:ext cx="5760000" cy="2362200"/>
          </a:xfrm>
          <a:custGeom>
            <a:avLst/>
            <a:gdLst/>
            <a:ahLst/>
            <a:cxnLst/>
            <a:rect l="l" t="t" r="r" b="b"/>
            <a:pathLst>
              <a:path w="5638800" h="2362200">
                <a:moveTo>
                  <a:pt x="76205" y="0"/>
                </a:moveTo>
                <a:lnTo>
                  <a:pt x="5562595" y="0"/>
                </a:lnTo>
                <a:cubicBezTo>
                  <a:pt x="5604654" y="0"/>
                  <a:pt x="5638800" y="34146"/>
                  <a:pt x="5638800" y="76205"/>
                </a:cubicBezTo>
                <a:lnTo>
                  <a:pt x="5638800" y="2285995"/>
                </a:lnTo>
                <a:cubicBezTo>
                  <a:pt x="5638800" y="2328054"/>
                  <a:pt x="5604654" y="2362200"/>
                  <a:pt x="55625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6270238" y="14216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4A4A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II</a:t>
            </a:r>
          </a:p>
        </p:txBody>
      </p:sp>
      <p:sp>
        <p:nvSpPr>
          <p:cNvPr id="78" name="Text 24"/>
          <p:cNvSpPr/>
          <p:nvPr/>
        </p:nvSpPr>
        <p:spPr>
          <a:xfrm>
            <a:off x="6651238" y="1402636"/>
            <a:ext cx="1466850" cy="19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Momentum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6651237" y="1615996"/>
            <a:ext cx="2101525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8B8B8B"/>
                </a:solidFill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Tendencias &amp; </a:t>
            </a:r>
            <a:r>
              <a:rPr lang="en-US" sz="1200" b="1" err="1">
                <a:solidFill>
                  <a:srgbClr val="8B8B8B"/>
                </a:solidFill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Persistencia</a:t>
            </a:r>
            <a:endParaRPr lang="en-US" sz="1200" b="1">
              <a:solidFill>
                <a:srgbClr val="8B8B8B"/>
              </a:solidFill>
              <a:latin typeface="Trebuchet MS" panose="020B0603020202020204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6270238" y="187654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Qué mide: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1" name="Text 27"/>
          <p:cNvSpPr/>
          <p:nvPr/>
        </p:nvSpPr>
        <p:spPr>
          <a:xfrm>
            <a:off x="6270238" y="202894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Fuerza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tendencia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precios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y momentum de spreads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6270238" y="223849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Por qué importa: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6270238" y="243845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La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persistencia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tendencia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3–12M es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una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de las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anomalías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más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6268025" y="2796653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Indicadores clave: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6268025" y="2971800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Retornos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Rolling 12M, RSI(14), MA 50d vs 200d, Cambio OAS 3M,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Dirección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CDS Spread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7" name="Text 33"/>
          <p:cNvSpPr/>
          <p:nvPr/>
        </p:nvSpPr>
        <p:spPr>
          <a:xfrm>
            <a:off x="6270238" y="3329195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Tipo: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Coincidente / Trend-following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89" name="Text 35"/>
          <p:cNvSpPr/>
          <p:nvPr/>
        </p:nvSpPr>
        <p:spPr>
          <a:xfrm>
            <a:off x="9090538" y="3327415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Horizonte: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1–3M a 3–12M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0" name="Shape 36"/>
          <p:cNvSpPr/>
          <p:nvPr/>
        </p:nvSpPr>
        <p:spPr>
          <a:xfrm>
            <a:off x="262588" y="3825161"/>
            <a:ext cx="5760000" cy="2343012"/>
          </a:xfrm>
          <a:custGeom>
            <a:avLst/>
            <a:gdLst/>
            <a:ahLst/>
            <a:cxnLst/>
            <a:rect l="l" t="t" r="r" b="b"/>
            <a:pathLst>
              <a:path w="5638800" h="2209800">
                <a:moveTo>
                  <a:pt x="76194" y="0"/>
                </a:moveTo>
                <a:lnTo>
                  <a:pt x="5562606" y="0"/>
                </a:lnTo>
                <a:cubicBezTo>
                  <a:pt x="5604687" y="0"/>
                  <a:pt x="5638800" y="34113"/>
                  <a:pt x="5638800" y="76194"/>
                </a:cubicBezTo>
                <a:lnTo>
                  <a:pt x="5638800" y="2133606"/>
                </a:lnTo>
                <a:cubicBezTo>
                  <a:pt x="5638800" y="2175687"/>
                  <a:pt x="5604687" y="2209800"/>
                  <a:pt x="5562606" y="2209800"/>
                </a:cubicBezTo>
                <a:lnTo>
                  <a:pt x="76194" y="2209800"/>
                </a:lnTo>
                <a:cubicBezTo>
                  <a:pt x="34113" y="2209800"/>
                  <a:pt x="0" y="2175687"/>
                  <a:pt x="0" y="21336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8B8B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1" name="Shape 37"/>
          <p:cNvSpPr/>
          <p:nvPr/>
        </p:nvSpPr>
        <p:spPr>
          <a:xfrm>
            <a:off x="386413" y="391723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8B8B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III</a:t>
            </a:r>
          </a:p>
        </p:txBody>
      </p:sp>
      <p:sp>
        <p:nvSpPr>
          <p:cNvPr id="93" name="Text 39"/>
          <p:cNvSpPr/>
          <p:nvPr/>
        </p:nvSpPr>
        <p:spPr>
          <a:xfrm>
            <a:off x="767413" y="3898186"/>
            <a:ext cx="2019300" cy="19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Sentimiento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767413" y="4111545"/>
            <a:ext cx="2840087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Apetito de Riesgo &amp; Posicionamiento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386413" y="437209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Qué mide: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6" name="Text 42"/>
          <p:cNvSpPr/>
          <p:nvPr/>
        </p:nvSpPr>
        <p:spPr>
          <a:xfrm>
            <a:off x="386412" y="4555398"/>
            <a:ext cx="544830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 de posicionamiento del mercado, flujos de fondos y señales de concentración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386412" y="4915365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Por qué importa: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386412" y="5097019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El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posicionamiento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extremo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predice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reversión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la media;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los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flujos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son contrarian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99" name="Text 45"/>
          <p:cNvSpPr/>
          <p:nvPr/>
        </p:nvSpPr>
        <p:spPr>
          <a:xfrm>
            <a:off x="386412" y="5428693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Indicadores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clave: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0" name="Text 46"/>
          <p:cNvSpPr/>
          <p:nvPr/>
        </p:nvSpPr>
        <p:spPr>
          <a:xfrm>
            <a:off x="386412" y="5609253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AAII Bull-Bear, Put-Call Ratio,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Estructura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VIX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386412" y="5792690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Tipo: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Contrarian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4" name="Text 50"/>
          <p:cNvSpPr/>
          <p:nvPr/>
        </p:nvSpPr>
        <p:spPr>
          <a:xfrm>
            <a:off x="3140387" y="5792690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Horizonte: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1–3M a 3–12M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5" name="Shape 51"/>
          <p:cNvSpPr/>
          <p:nvPr/>
        </p:nvSpPr>
        <p:spPr>
          <a:xfrm>
            <a:off x="6146413" y="3825161"/>
            <a:ext cx="5760000" cy="2343012"/>
          </a:xfrm>
          <a:custGeom>
            <a:avLst/>
            <a:gdLst/>
            <a:ahLst/>
            <a:cxnLst/>
            <a:rect l="l" t="t" r="r" b="b"/>
            <a:pathLst>
              <a:path w="5638800" h="2209800">
                <a:moveTo>
                  <a:pt x="76194" y="0"/>
                </a:moveTo>
                <a:lnTo>
                  <a:pt x="5562606" y="0"/>
                </a:lnTo>
                <a:cubicBezTo>
                  <a:pt x="5604687" y="0"/>
                  <a:pt x="5638800" y="34113"/>
                  <a:pt x="5638800" y="76194"/>
                </a:cubicBezTo>
                <a:lnTo>
                  <a:pt x="5638800" y="2133606"/>
                </a:lnTo>
                <a:cubicBezTo>
                  <a:pt x="5638800" y="2175687"/>
                  <a:pt x="5604687" y="2209800"/>
                  <a:pt x="5562606" y="2209800"/>
                </a:cubicBezTo>
                <a:lnTo>
                  <a:pt x="76194" y="2209800"/>
                </a:lnTo>
                <a:cubicBezTo>
                  <a:pt x="34113" y="2209800"/>
                  <a:pt x="0" y="2175687"/>
                  <a:pt x="0" y="21336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31E2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6" name="Shape 52"/>
          <p:cNvSpPr/>
          <p:nvPr/>
        </p:nvSpPr>
        <p:spPr>
          <a:xfrm>
            <a:off x="6270238" y="391723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31E24"/>
          </a:solidFill>
          <a:ln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IV</a:t>
            </a:r>
          </a:p>
        </p:txBody>
      </p:sp>
      <p:sp>
        <p:nvSpPr>
          <p:cNvPr id="108" name="Text 54"/>
          <p:cNvSpPr/>
          <p:nvPr/>
        </p:nvSpPr>
        <p:spPr>
          <a:xfrm>
            <a:off x="6651238" y="3898186"/>
            <a:ext cx="1428750" cy="19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Valoración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6651237" y="4111546"/>
            <a:ext cx="1933575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Evaluación de Valor Justo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6270238" y="4372094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Qué mide: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1" name="Text 57"/>
          <p:cNvSpPr/>
          <p:nvPr/>
        </p:nvSpPr>
        <p:spPr>
          <a:xfrm>
            <a:off x="6268025" y="4562456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Nivel actual de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precio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o spread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relativo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al valor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justo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histórico y transversal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2" name="Text 58"/>
          <p:cNvSpPr/>
          <p:nvPr/>
        </p:nvSpPr>
        <p:spPr>
          <a:xfrm>
            <a:off x="6268025" y="4747209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Por qué importa: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6268025" y="4924406"/>
            <a:ext cx="54483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Predictor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más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a largo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plazo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ancla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contra mispricing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extremos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6268025" y="5249419"/>
            <a:ext cx="544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Indicadores clave: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5" name="Text 61"/>
          <p:cNvSpPr/>
          <p:nvPr/>
        </p:nvSpPr>
        <p:spPr>
          <a:xfrm>
            <a:off x="6268025" y="5426887"/>
            <a:ext cx="5448300" cy="269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Percentil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OAS IG/HY, P/E Forward, Shiller CAPE, Prima Riesgo de Acciones, Spread/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Duración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6270238" y="5792690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Tipo: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Horizonte largo / Ancla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9088325" y="5793213"/>
            <a:ext cx="26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76200" tIns="19050" rIns="76200" bIns="1905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Horizonte: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Débil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1–3M;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fuerte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rebuchet MS" panose="020B0603020202020204" pitchFamily="34" charset="0"/>
                <a:ea typeface="MiSans" pitchFamily="34" charset="-122"/>
                <a:cs typeface="MiSans" pitchFamily="34" charset="-120"/>
              </a:rPr>
              <a:t> 6–12M+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A476A77-2703-B171-4F6F-253F19374F92}"/>
              </a:ext>
            </a:extLst>
          </p:cNvPr>
          <p:cNvSpPr txBox="1"/>
          <p:nvPr/>
        </p:nvSpPr>
        <p:spPr>
          <a:xfrm>
            <a:off x="244800" y="1062911"/>
            <a:ext cx="11701200" cy="184666"/>
          </a:xfrm>
          <a:prstGeom prst="rect">
            <a:avLst/>
          </a:prstGeom>
          <a:noFill/>
          <a:ln cap="sq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rPr>
              <a:t>Cada pilar captura una dimensión distinta de la predictibilidad de retornos entre clases de activos</a:t>
            </a:r>
          </a:p>
        </p:txBody>
      </p:sp>
    </p:spTree>
    <p:extLst>
      <p:ext uri="{BB962C8B-B14F-4D97-AF65-F5344CB8AC3E}">
        <p14:creationId xmlns:p14="http://schemas.microsoft.com/office/powerpoint/2010/main" val="180495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A2357F7-CB6F-E8BC-7A89-4C05B73B025C}"/>
              </a:ext>
            </a:extLst>
          </p:cNvPr>
          <p:cNvSpPr/>
          <p:nvPr/>
        </p:nvSpPr>
        <p:spPr>
          <a:xfrm>
            <a:off x="191344" y="282134"/>
            <a:ext cx="1296144" cy="5040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latin typeface="Trebuchet MS" panose="020B0603020202020204" pitchFamily="34" charset="0"/>
              </a:rPr>
              <a:t>Data Series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7FABB9E-4DB9-0180-4CF4-D620FC559297}"/>
              </a:ext>
            </a:extLst>
          </p:cNvPr>
          <p:cNvSpPr/>
          <p:nvPr/>
        </p:nvSpPr>
        <p:spPr>
          <a:xfrm>
            <a:off x="2063552" y="282134"/>
            <a:ext cx="1296144" cy="504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latin typeface="Trebuchet MS" panose="020B0603020202020204" pitchFamily="34" charset="0"/>
              </a:rPr>
              <a:t>Cleaned Data Series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6E73727-F0A6-C5ED-A51B-7539DB581FA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487488" y="534162"/>
            <a:ext cx="57606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50580B-98E7-77B7-6701-B869903D943D}"/>
              </a:ext>
            </a:extLst>
          </p:cNvPr>
          <p:cNvSpPr/>
          <p:nvPr/>
        </p:nvSpPr>
        <p:spPr>
          <a:xfrm>
            <a:off x="3934252" y="282134"/>
            <a:ext cx="1729700" cy="5040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ebuchet MS" panose="020B0603020202020204" pitchFamily="34" charset="0"/>
              </a:rPr>
              <a:t>Z-Scores Calculation</a:t>
            </a:r>
            <a:endParaRPr lang="en-US" sz="1400" noProof="0" dirty="0">
              <a:latin typeface="Trebuchet MS" panose="020B0603020202020204" pitchFamily="34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34FBF16-82A3-8AE4-C1DF-70430522D20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359696" y="534162"/>
            <a:ext cx="57455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89671F-C82A-842A-8ABE-E7A49F449EF1}"/>
              </a:ext>
            </a:extLst>
          </p:cNvPr>
          <p:cNvSpPr txBox="1"/>
          <p:nvPr/>
        </p:nvSpPr>
        <p:spPr>
          <a:xfrm>
            <a:off x="3934252" y="930206"/>
            <a:ext cx="1441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400" dirty="0">
                <a:latin typeface="Trebuchet MS" panose="020B0603020202020204" pitchFamily="34" charset="0"/>
              </a:rPr>
              <a:t>EWMA Adj</a:t>
            </a:r>
          </a:p>
        </p:txBody>
      </p:sp>
    </p:spTree>
    <p:extLst>
      <p:ext uri="{BB962C8B-B14F-4D97-AF65-F5344CB8AC3E}">
        <p14:creationId xmlns:p14="http://schemas.microsoft.com/office/powerpoint/2010/main" val="7564657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#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94836325736234305950E+00&quot;&gt;&lt;m_msothmcolidx val=&quot;0&quot;/&gt;&lt;m_rgb r=&quot;B2&quot; g=&quot;B2&quot; b=&quot;B2&quot;/&gt;&lt;/elem&gt;&lt;elem m_fUsage=&quot;1.70999999999999996447E+00&quot;&gt;&lt;m_msothmcolidx val=&quot;0&quot;/&gt;&lt;m_rgb r=&quot;C1&quot; g=&quot;4A&quot; b=&quot;23&quot;/&gt;&lt;/elem&gt;&lt;elem m_fUsage=&quot;1.00000000000000000000E+00&quot;&gt;&lt;m_msothmcolidx val=&quot;0&quot;/&gt;&lt;m_rgb r=&quot;F7&quot; g=&quot;05&quot; b=&quot;2D&quot;/&gt;&lt;/elem&gt;&lt;elem m_fUsage=&quot;7.29000000000000092371E-01&quot;&gt;&lt;m_msothmcolidx val=&quot;0&quot;/&gt;&lt;m_rgb r=&quot;BF&quot; g=&quot;6C&quot; b=&quot;29&quot;/&gt;&lt;/elem&gt;&lt;elem m_fUsage=&quot;5.96240132571000058803E-01&quot;&gt;&lt;m_msothmcolidx val=&quot;0&quot;/&gt;&lt;m_rgb r=&quot;EC&quot; g=&quot;EC&quot; b=&quot;EC&quot;/&gt;&lt;/elem&gt;&lt;elem m_fUsage=&quot;3.85764000233406567641E-01&quot;&gt;&lt;m_msothmcolidx val=&quot;0&quot;/&gt;&lt;m_rgb r=&quot;40&quot; g=&quot;40&quot; b=&quot;40&quot;/&gt;&lt;/elem&gt;&lt;elem m_fUsage=&quot;3.48678440100000153201E-01&quot;&gt;&lt;m_msothmcolidx val=&quot;0&quot;/&gt;&lt;m_rgb r=&quot;4D&quot; g=&quot;4D&quot; b=&quot;4D&quot;/&gt;&lt;/elem&gt;&lt;elem m_fUsage=&quot;3.46262674814768633968E-01&quot;&gt;&lt;m_msothmcolidx val=&quot;0&quot;/&gt;&lt;m_rgb r=&quot;37&quot; g=&quot;B9&quot; b=&quot;B2&quot;/&gt;&lt;/elem&gt;&lt;elem m_fUsage=&quot;2.96838924201547893489E-01&quot;&gt;&lt;m_msothmcolidx val=&quot;7&quot;/&gt;&lt;/elem&gt;&lt;elem m_fUsage=&quot;2.08244372300039254364E-01&quot;&gt;&lt;m_msothmcolidx val=&quot;8&quot;/&gt;&lt;/elem&gt;&lt;elem m_fUsage=&quot;1.61222714411980355687E-01&quot;&gt;&lt;m_msothmcolidx val=&quot;0&quot;/&gt;&lt;m_rgb r=&quot;05&quot; g=&quot;A8&quot; b=&quot;9F&quot;/&gt;&lt;/elem&gt;&lt;elem m_fUsage=&quot;1.33549169773131415351E-01&quot;&gt;&lt;m_msothmcolidx val=&quot;0&quot;/&gt;&lt;m_rgb r=&quot;D5&quot; g=&quot;D5&quot; b=&quot;D5&quot;/&gt;&lt;/elem&gt;&lt;elem m_fUsage=&quot;2.80836775887257361628E-02&quot;&gt;&lt;m_msothmcolidx val=&quot;9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uxqOZsQya0.jJ7Y7m5b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71LSAaT4ios2tGWitb.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71LSAaT4ios2tGWitb.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g_mQ47T8y0OmB6QsAh5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g_mQ47T8y0OmB6QsAh5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g_mQ47T8y0OmB6QsAh5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g_mQ47T8y0OmB6QsAh5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71LSAaT4ios2tGWitb.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71LSAaT4ios2tGWitb.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C 2021">
  <a:themeElements>
    <a:clrScheme name="Inversiones_2023">
      <a:dk1>
        <a:srgbClr val="000000"/>
      </a:dk1>
      <a:lt1>
        <a:srgbClr val="FFFFFF"/>
      </a:lt1>
      <a:dk2>
        <a:srgbClr val="44546A"/>
      </a:dk2>
      <a:lt2>
        <a:srgbClr val="C8C8C8"/>
      </a:lt2>
      <a:accent1>
        <a:srgbClr val="E6281E"/>
      </a:accent1>
      <a:accent2>
        <a:srgbClr val="FFC632"/>
      </a:accent2>
      <a:accent3>
        <a:srgbClr val="FF8200"/>
      </a:accent3>
      <a:accent4>
        <a:srgbClr val="40C1AC"/>
      </a:accent4>
      <a:accent5>
        <a:srgbClr val="84BD00"/>
      </a:accent5>
      <a:accent6>
        <a:srgbClr val="002060"/>
      </a:accent6>
      <a:hlink>
        <a:srgbClr val="F5F5DC"/>
      </a:hlink>
      <a:folHlink>
        <a:srgbClr val="F07E7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rnd">
          <a:solidFill>
            <a:schemeClr val="accent1"/>
          </a:solidFill>
          <a:prstDash val="solid"/>
          <a:round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spcAft>
            <a:spcPts val="1000"/>
          </a:spcAft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prstDash val="solid"/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cap="sq">
          <a:noFill/>
          <a:miter lim="800000"/>
        </a:ln>
      </a:spPr>
      <a:bodyPr vert="horz" wrap="square" lIns="36000" tIns="36000" rIns="36000" bIns="3600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Template GC.potx" id="{DFAF94FE-229A-4D07-A999-072F64BE50DC}" vid="{4483AA8E-3291-4C96-B583-D05CC65559C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Personalizado 1">
      <a:dk1>
        <a:srgbClr val="000000"/>
      </a:dk1>
      <a:lt1>
        <a:sysClr val="window" lastClr="FFFFFF"/>
      </a:lt1>
      <a:dk2>
        <a:srgbClr val="010066"/>
      </a:dk2>
      <a:lt2>
        <a:srgbClr val="F2F2F2"/>
      </a:lt2>
      <a:accent1>
        <a:srgbClr val="000058"/>
      </a:accent1>
      <a:accent2>
        <a:srgbClr val="00008A"/>
      </a:accent2>
      <a:accent3>
        <a:srgbClr val="BFB33C"/>
      </a:accent3>
      <a:accent4>
        <a:srgbClr val="B2B2B2"/>
      </a:accent4>
      <a:accent5>
        <a:srgbClr val="4D4D4D"/>
      </a:accent5>
      <a:accent6>
        <a:srgbClr val="9999C1"/>
      </a:accent6>
      <a:hlink>
        <a:srgbClr val="7030A0"/>
      </a:hlink>
      <a:folHlink>
        <a:srgbClr val="8C59B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DA2FACB535FB49BA56713B2582F34F" ma:contentTypeVersion="15" ma:contentTypeDescription="Crear nuevo documento." ma:contentTypeScope="" ma:versionID="c1c18d2b4a41c2bc210142c7665116ac">
  <xsd:schema xmlns:xsd="http://www.w3.org/2001/XMLSchema" xmlns:xs="http://www.w3.org/2001/XMLSchema" xmlns:p="http://schemas.microsoft.com/office/2006/metadata/properties" xmlns:ns2="cd05309b-411f-498a-9a54-7aba690671b8" xmlns:ns3="320e5a8c-2cff-4e47-b571-04e91431dc76" targetNamespace="http://schemas.microsoft.com/office/2006/metadata/properties" ma:root="true" ma:fieldsID="6e85b603a287b32236a453b0a8fbecc3" ns2:_="" ns3:_="">
    <xsd:import namespace="cd05309b-411f-498a-9a54-7aba690671b8"/>
    <xsd:import namespace="320e5a8c-2cff-4e47-b571-04e91431d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5309b-411f-498a-9a54-7aba69067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f145ce27-d672-46c8-9cc3-7b123a4c01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0e5a8c-2cff-4e47-b571-04e91431dc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7862c6be-407b-4a0c-a9fa-0f7a189c3aa4}" ma:internalName="TaxCatchAll" ma:showField="CatchAllData" ma:web="320e5a8c-2cff-4e47-b571-04e91431d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05309b-411f-498a-9a54-7aba690671b8">
      <Terms xmlns="http://schemas.microsoft.com/office/infopath/2007/PartnerControls"/>
    </lcf76f155ced4ddcb4097134ff3c332f>
    <TaxCatchAll xmlns="320e5a8c-2cff-4e47-b571-04e91431dc76" xsi:nil="true"/>
    <SharedWithUsers xmlns="320e5a8c-2cff-4e47-b571-04e91431dc76">
      <UserInfo>
        <DisplayName>Ruth Urquiaga Campos</DisplayName>
        <AccountId>29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9BD3F81-05C7-4F3B-B39B-ACF09BD3EC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E13FD1-84B8-48F4-BEE8-386D883871FF}">
  <ds:schemaRefs>
    <ds:schemaRef ds:uri="320e5a8c-2cff-4e47-b571-04e91431dc76"/>
    <ds:schemaRef ds:uri="cd05309b-411f-498a-9a54-7aba69067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1456B9-81A7-4C20-B89D-40919157519C}">
  <ds:schemaRefs>
    <ds:schemaRef ds:uri="320e5a8c-2cff-4e47-b571-04e91431dc76"/>
    <ds:schemaRef ds:uri="cd05309b-411f-498a-9a54-7aba690671b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4060</Words>
  <Application>Microsoft Office PowerPoint</Application>
  <PresentationFormat>Panorámica</PresentationFormat>
  <Paragraphs>653</Paragraphs>
  <Slides>21</Slides>
  <Notes>19</Notes>
  <HiddenSlides>6</HiddenSlides>
  <MMClips>0</MMClips>
  <ScaleCrop>false</ScaleCrop>
  <HeadingPairs>
    <vt:vector size="8" baseType="variant">
      <vt:variant>
        <vt:lpstr>Fuentes usadas</vt:lpstr>
      </vt:variant>
      <vt:variant>
        <vt:i4>13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8" baseType="lpstr">
      <vt:lpstr>SimSun</vt:lpstr>
      <vt:lpstr>Aptos</vt:lpstr>
      <vt:lpstr>Aptos Display</vt:lpstr>
      <vt:lpstr>Arial</vt:lpstr>
      <vt:lpstr>BRSonoma-Regular</vt:lpstr>
      <vt:lpstr>Calibri</vt:lpstr>
      <vt:lpstr>Inter</vt:lpstr>
      <vt:lpstr>Quattrocento Sans</vt:lpstr>
      <vt:lpstr>QuattrocentoSans</vt:lpstr>
      <vt:lpstr>Rimac Display</vt:lpstr>
      <vt:lpstr>Times New Roman</vt:lpstr>
      <vt:lpstr>Trebuchet MS</vt:lpstr>
      <vt:lpstr>Wingdings</vt:lpstr>
      <vt:lpstr>GC 2021</vt:lpstr>
      <vt:lpstr>Custom Theme</vt:lpstr>
      <vt:lpstr>Office Theme</vt:lpstr>
      <vt:lpstr>think-cell Slide</vt:lpstr>
      <vt:lpstr>Presentación de PowerPoint</vt:lpstr>
      <vt:lpstr>Agenda</vt:lpstr>
      <vt:lpstr>Design Principles and Active Asset Class Universe</vt:lpstr>
      <vt:lpstr>Construction of the TAA System</vt:lpstr>
      <vt:lpstr>Data architecture spans 9 input sheets with 170+ series and 41 derived custom signals</vt:lpstr>
      <vt:lpstr>Agenda</vt:lpstr>
      <vt:lpstr>Signal Transform Framework: From Raw Data to Comparable Z-Scores</vt:lpstr>
      <vt:lpstr>Presentación de PowerPoint</vt:lpstr>
      <vt:lpstr>Agenda</vt:lpstr>
      <vt:lpstr>Fundamentals &amp; Momentum</vt:lpstr>
      <vt:lpstr>Sentiment and Valuation</vt:lpstr>
      <vt:lpstr>Agenda</vt:lpstr>
      <vt:lpstr>Composite Z-Score Aggregation &amp; Conviction Scaling</vt:lpstr>
      <vt:lpstr>Agenda</vt:lpstr>
      <vt:lpstr>From composite z-score to tactical intensity</vt:lpstr>
      <vt:lpstr>Absolute vs Relative Views &amp; Final Tilt Blend</vt:lpstr>
      <vt:lpstr>What’s next?</vt:lpstr>
      <vt:lpstr>Presentación de PowerPoint</vt:lpstr>
      <vt:lpstr>Asignación Táctica de Activos: Generación de Señales Tácticas</vt:lpstr>
      <vt:lpstr>Los Cuatro Pilares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GC</dc:title>
  <dc:creator>Junior Alexis Julón Ventura</dc:creator>
  <cp:lastModifiedBy>Junior Alexis Julon Ventura</cp:lastModifiedBy>
  <cp:revision>1</cp:revision>
  <dcterms:created xsi:type="dcterms:W3CDTF">2019-10-24T19:41:24Z</dcterms:created>
  <dcterms:modified xsi:type="dcterms:W3CDTF">2026-05-20T15:47:10Z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0x010100D0DA2FACB535FB49BA56713B2582F34F</vt:lpwstr>
  </property>
  <property fmtid="{D5CDD505-2E9C-101B-9397-08002B2CF9AE}" pid="3" name="MediaServiceImageTags">
    <vt:lpwstr/>
  </property>
  <property fmtid="{D5CDD505-2E9C-101B-9397-08002B2CF9AE}" pid="4" name="KriptosClassAi">
    <vt:lpwstr>2-Restrictive</vt:lpwstr>
  </property>
  <property fmtid="{D5CDD505-2E9C-101B-9397-08002B2CF9AE}" pid="5" name="MSIP_Label_76550e5a-0c73-42b6-9904-8fbc82663c0a_Enabled">
    <vt:lpwstr>true</vt:lpwstr>
  </property>
  <property fmtid="{D5CDD505-2E9C-101B-9397-08002B2CF9AE}" pid="6" name="MSIP_Label_76550e5a-0c73-42b6-9904-8fbc82663c0a_SetDate">
    <vt:lpwstr>2025-06-13T14:09:06Z</vt:lpwstr>
  </property>
  <property fmtid="{D5CDD505-2E9C-101B-9397-08002B2CF9AE}" pid="7" name="MSIP_Label_76550e5a-0c73-42b6-9904-8fbc82663c0a_Method">
    <vt:lpwstr>Standard</vt:lpwstr>
  </property>
  <property fmtid="{D5CDD505-2E9C-101B-9397-08002B2CF9AE}" pid="8" name="MSIP_Label_76550e5a-0c73-42b6-9904-8fbc82663c0a_Name">
    <vt:lpwstr>Uso Interno</vt:lpwstr>
  </property>
  <property fmtid="{D5CDD505-2E9C-101B-9397-08002B2CF9AE}" pid="9" name="MSIP_Label_76550e5a-0c73-42b6-9904-8fbc82663c0a_SiteId">
    <vt:lpwstr>1682654c-afff-4760-8e95-b9d57482d7d0</vt:lpwstr>
  </property>
  <property fmtid="{D5CDD505-2E9C-101B-9397-08002B2CF9AE}" pid="10" name="MSIP_Label_76550e5a-0c73-42b6-9904-8fbc82663c0a_ActionId">
    <vt:lpwstr>365c004a-d6ff-4aa3-98e6-f6fddcb84ae7</vt:lpwstr>
  </property>
  <property fmtid="{D5CDD505-2E9C-101B-9397-08002B2CF9AE}" pid="11" name="MSIP_Label_76550e5a-0c73-42b6-9904-8fbc82663c0a_ContentBits">
    <vt:lpwstr>0</vt:lpwstr>
  </property>
  <property fmtid="{D5CDD505-2E9C-101B-9397-08002B2CF9AE}" pid="12" name="MSIP_Label_76550e5a-0c73-42b6-9904-8fbc82663c0a_Tag">
    <vt:lpwstr>10, 3, 0, 1</vt:lpwstr>
  </property>
</Properties>
</file>