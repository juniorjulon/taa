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B24"/>
    <a:srgbClr val="111C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AC836A-75C4-481D-B4A6-9DFBF8A3E6AD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0D2C5-A88F-4EFD-A435-E7B6BDA5398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279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60D2C5-A88F-4EFD-A435-E7B6BDA53980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170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B45E7-4ADC-E868-C508-661A0A96B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27DFE1-1D84-2EDD-72B5-BA44B071F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FBE7F0-760B-7006-0EBC-029E47528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7A6D60-3EAF-B50C-57E8-D1C978BF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13583C-17EA-91FC-CA83-F5058447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9977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D9FF2-99B6-B23F-6578-AD360E83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A061C8-7C51-CD53-488B-CF51B51B7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4DC9A7-8002-B2C9-705B-8CB419C9C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E5024F-EDAB-20F0-C987-03B9EBEB0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9054C7-BF03-0439-51FB-0A215D3E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9753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0E11C-FBF1-E99E-63EC-4BEF7CEDE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0EE335-64AD-1887-86E0-65CCF0530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B1BA61-6D96-A445-4419-16C2472F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2E6007-E72E-6C2C-9005-0C4BB9B0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F3854A-4159-4E24-C086-2212038C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414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623B87-0EA2-DBD0-8B3E-BA7847A7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311BDC-0427-6ADB-2E73-1F56E3454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215FEB-7D3B-C4CA-11D1-93E6EE545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B672FC-DC14-FC9A-2136-DC89E664B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F94DD0-82B9-F0D7-B80C-25D2379EC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E7B1E7-2E5C-27B2-4928-5B6599A7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969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8F8F2-B6B9-A3B1-8467-6B3FF854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4703F-9F12-8F1A-F56A-A86409104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8E482A-FE07-1527-4934-A98CDB034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434BBA-C2FD-3C8E-A51A-AEA99D518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921655-EE86-862E-5579-34D422B711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BFCEC6-8BD5-2473-660F-3718B3EC8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E5DCA5-4CA8-D8E5-A45C-AF523D47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BE3519-3884-5CDB-0F92-D3209F77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61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DF172-8457-DAF8-C82E-F61660897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1420285-B6E8-0B8E-1150-11072171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05BDDD-C34D-7111-8539-952204B8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7CCE37-D564-4DD1-BBF6-51A2FE60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21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037B645-C073-78FF-50E2-3349DBDDB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CE7FC27-9AFB-F5CF-EAB2-19561E870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B22803-0185-BF27-AADF-60EBDC25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5815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C8B79-0148-E508-16C9-44A355BF7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59A05-204B-B72B-0EEF-ECAE5FE2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22E462-7A53-EC48-ECFF-88A6605A5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2D9D2F-4907-15D8-EEA6-94F9EC94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5188BF-4101-D87F-DB89-CA6D1E99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1E622D-D6A5-B739-6E2B-1C13A99F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059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5877E-BAE1-51E7-29A2-03259182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2F087A-1965-4EB8-A502-F9E1A2D46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CFE794-520F-39B2-3FF7-C94262C97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92E845-E682-4DD6-75F2-3173B824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4D4CB5-EEF5-BBB8-68EF-77DC33923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A706AB-0639-BA97-E065-AD0FF16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3078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B3B57-E551-04A6-0BEB-00529128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C9FCF3-44E4-3CC9-C092-5B9F8C5A5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EDAB5F-C6BC-2490-DEC3-955AE9B5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8ACAA-FE67-B33C-71C7-3B2AC76E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8E0DD7-2B11-DBFE-943E-7771F5392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665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8FDCB9C-180D-1731-5EA7-FB4DE177F2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D7B602-594C-AF28-97D2-3AB2A09F1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96229A-BE88-257F-9F00-2AEA48FC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15ED0-E60A-2A58-FBED-05A38F55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D9E5D5-B8FF-7CAF-DE41-0FE58A5C9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8789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769860-3307-3450-0C1F-3438A288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8E25ED-D73E-66C5-DDAA-E7D7CB6BA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5B159E-3479-7E06-20B8-1F7C19DD5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40335-6CF4-46E2-AF3C-9F622529487E}" type="datetimeFigureOut">
              <a:rPr lang="es-PE" smtClean="0"/>
              <a:t>13/05/2026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164D28-5176-00EE-8D83-67B004C5B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FB41D2-A1B1-B485-EAC7-B6333C0BF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DE478-45BB-4AB2-BC65-FE2BE584C71D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6673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8FF057D5-6F78-CA8A-73A4-F016ABD1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20"/>
          <a:stretch>
            <a:fillRect/>
          </a:stretch>
        </p:blipFill>
        <p:spPr>
          <a:xfrm>
            <a:off x="3096138" y="1541962"/>
            <a:ext cx="6296904" cy="3774075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A8786C47-2E29-CE16-4EA8-03006E3FFEAE}"/>
              </a:ext>
            </a:extLst>
          </p:cNvPr>
          <p:cNvSpPr/>
          <p:nvPr/>
        </p:nvSpPr>
        <p:spPr>
          <a:xfrm>
            <a:off x="8496300" y="1541962"/>
            <a:ext cx="845820" cy="354331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9DA699E-E328-128C-2742-6910DB33ACD7}"/>
              </a:ext>
            </a:extLst>
          </p:cNvPr>
          <p:cNvSpPr txBox="1"/>
          <p:nvPr/>
        </p:nvSpPr>
        <p:spPr>
          <a:xfrm>
            <a:off x="3096138" y="1016183"/>
            <a:ext cx="62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FUNDAMENTALS CHARTS</a:t>
            </a:r>
            <a:endParaRPr lang="es-PE" b="1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6B1B691-AB95-4813-350D-25067D2D05B0}"/>
              </a:ext>
            </a:extLst>
          </p:cNvPr>
          <p:cNvSpPr/>
          <p:nvPr/>
        </p:nvSpPr>
        <p:spPr>
          <a:xfrm>
            <a:off x="3971925" y="2046787"/>
            <a:ext cx="845820" cy="354331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5618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3806C43-3B73-764F-8731-3C8AAC6A3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0"/>
          <a:stretch>
            <a:fillRect/>
          </a:stretch>
        </p:blipFill>
        <p:spPr>
          <a:xfrm>
            <a:off x="3096138" y="1541962"/>
            <a:ext cx="6296904" cy="37740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4A48E36D-3C2F-579A-5B1C-C7D205B8E4D7}"/>
              </a:ext>
            </a:extLst>
          </p:cNvPr>
          <p:cNvSpPr/>
          <p:nvPr/>
        </p:nvSpPr>
        <p:spPr>
          <a:xfrm>
            <a:off x="8496300" y="1541962"/>
            <a:ext cx="845820" cy="354331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1225128-978F-BC68-C518-42B9779C6457}"/>
              </a:ext>
            </a:extLst>
          </p:cNvPr>
          <p:cNvSpPr txBox="1"/>
          <p:nvPr/>
        </p:nvSpPr>
        <p:spPr>
          <a:xfrm>
            <a:off x="3096138" y="1016183"/>
            <a:ext cx="6245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MOMENTUM CHARTS</a:t>
            </a:r>
            <a:endParaRPr lang="es-PE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1BC797-B1F6-23E4-9511-967A955FCA81}"/>
              </a:ext>
            </a:extLst>
          </p:cNvPr>
          <p:cNvSpPr/>
          <p:nvPr/>
        </p:nvSpPr>
        <p:spPr>
          <a:xfrm>
            <a:off x="3971925" y="2046787"/>
            <a:ext cx="845820" cy="354331"/>
          </a:xfrm>
          <a:prstGeom prst="rect">
            <a:avLst/>
          </a:prstGeom>
          <a:solidFill>
            <a:srgbClr val="161B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BCB91AC-21EC-7AD4-7DED-47CD6FEAE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996" y="2382710"/>
            <a:ext cx="3429404" cy="34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174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D3A2F-F4D6-083F-7466-277819F1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942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1ACF3-B414-201E-7740-00DC1C1E7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0979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4841</TotalTime>
  <Words>5</Words>
  <Application>Microsoft Office PowerPoint</Application>
  <PresentationFormat>Panorámica</PresentationFormat>
  <Paragraphs>3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Junior Alexis Julon Ventura</dc:creator>
  <cp:lastModifiedBy>Junior Alexis Julon Ventura</cp:lastModifiedBy>
  <cp:revision>2</cp:revision>
  <dcterms:created xsi:type="dcterms:W3CDTF">2026-05-06T20:12:26Z</dcterms:created>
  <dcterms:modified xsi:type="dcterms:W3CDTF">2026-05-16T14:33:44Z</dcterms:modified>
</cp:coreProperties>
</file>