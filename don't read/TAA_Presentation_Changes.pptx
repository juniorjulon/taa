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PRESENTATION UPDATE — CHANGE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Signal Transform: inv_mom_z  →  diff_z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What changed in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29000"/>
            <a:ext cx="1371600" cy="347472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655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</a:rPr>
              <a:t>Code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9875520" cy="347472"/>
          </a:xfrm>
          <a:prstGeom prst="rect">
            <a:avLst/>
          </a:prstGeom>
          <a:solidFill>
            <a:srgbClr val="2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3483864"/>
            <a:ext cx="9738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New direction-neutral transform diff_z = ewma_z(diff(window)) added to signal_engine.py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9624"/>
            <a:ext cx="1371600" cy="347472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</a:rPr>
              <a:t>Excel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849624"/>
            <a:ext cx="9875520" cy="347472"/>
          </a:xfrm>
          <a:prstGeom prst="rect">
            <a:avLst/>
          </a:prstGeom>
          <a:solidFill>
            <a:srgbClr val="2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3904487"/>
            <a:ext cx="9738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DataSeries: oas_bbb_mom, oas_hy_mom, oas_em_mom, gt02_mom, gt10_mom — transform_code updated from inv_mom_z to diff_z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70248"/>
            <a:ext cx="1371600" cy="347472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0682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</a:rPr>
              <a:t>Excel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4270248"/>
            <a:ext cx="9875520" cy="347472"/>
          </a:xfrm>
          <a:prstGeom prst="rect">
            <a:avLst/>
          </a:prstGeom>
          <a:solidFill>
            <a:srgbClr val="2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4325112"/>
            <a:ext cx="9738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SignalMapping: same 5 series — sign changed from +1 to −1 (direction now lives in Excel, not Python)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90872"/>
            <a:ext cx="1371600" cy="347472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274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</a:rPr>
              <a:t>Output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690872"/>
            <a:ext cx="9875520" cy="347472"/>
          </a:xfrm>
          <a:prstGeom prst="rect">
            <a:avLst/>
          </a:prstGeom>
          <a:solidFill>
            <a:srgbClr val="2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4745736"/>
            <a:ext cx="9738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ZERO — math is identical. +1 x inv_mom_z = -1 x diff_z = same pillar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</a:rPr>
              <a:t>This deck contains 2 change slides — one per affected presentation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8A00"/>
                </a:solidFill>
              </a:rPr>
              <a:t>CHANGE — SLIDE 4 · SIGNAL NORMALISATION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291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Update Transform Codes table: replace inv_mom_z row with diff_z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84048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A4000"/>
                </a:solidFill>
              </a:rPr>
              <a:t>Context: Slide 4 contains a table of 6 transform codes. Replace the inv_mom_z row (last row) with the diff_z row shown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5087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591056"/>
            <a:ext cx="1417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572768"/>
            <a:ext cx="26517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9384" y="15910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72768"/>
            <a:ext cx="32461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591056"/>
            <a:ext cx="3154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Formula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572768"/>
            <a:ext cx="269748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159105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572768"/>
            <a:ext cx="13716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1904" y="15910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65960"/>
            <a:ext cx="11686032" cy="6400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1965960"/>
            <a:ext cx="54864" cy="640080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039112"/>
            <a:ext cx="13990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inv_mom_z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7672" y="203911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Inverse momentum 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039112"/>
            <a:ext cx="31363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−ewma_z(diff(window)), falling = positive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039112"/>
            <a:ext cx="2587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OAS spreads, Treasury yields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0192" y="2039112"/>
            <a:ext cx="1261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❌ REMOVE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19842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2030"/>
                </a:solidFill>
              </a:rPr>
              <a:t>BEFORE (delete this row)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51760"/>
            <a:ext cx="11686032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743200"/>
            <a:ext cx="11686032" cy="640080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743200"/>
            <a:ext cx="54864" cy="64008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880360"/>
            <a:ext cx="13990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33"/>
                </a:solidFill>
              </a:rPr>
              <a:t>diff_z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7672" y="2880360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7A33"/>
                </a:solidFill>
              </a:rPr>
              <a:t>Direction-neutral diff z-score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2880360"/>
            <a:ext cx="3136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7A33"/>
                </a:solidFill>
              </a:rPr>
              <a:t>ewma_z(diff(window))   sign = −1 in SignalMapping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2880360"/>
            <a:ext cx="2587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7A33"/>
                </a:solidFill>
              </a:rPr>
              <a:t>OAS spreads, Treasury yields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80192" y="28803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8A4B"/>
                </a:solidFill>
              </a:rPr>
              <a:t>✅ ADD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7614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A33"/>
                </a:solidFill>
              </a:rPr>
              <a:t>AFTER (add this row)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93008"/>
            <a:ext cx="1152144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493008"/>
            <a:ext cx="32004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5112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ALSO UPDATE — Sign Convention section (same slide)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8953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2030"/>
                </a:solidFill>
              </a:rPr>
              <a:t>BEFORE: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89534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BEFORE:  +1 = series value ↑ → bullish  |  −1 = series value ↑ → bearish
OAS spread momentum: direction baked into transform (inv_mom_z already inverts)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4256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A4B"/>
                </a:solidFill>
              </a:rPr>
              <a:t>AFTER: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4256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AFTER:  +1 = series value ↑ → bullish  |  −1 = series value ↑ → bearish
diff_z is always direction-neutral. sign = −1 in SignalMapping makes
spread/yield compression → positive pillar contribution.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919472"/>
            <a:ext cx="1152144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956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</a:rPr>
              <a:t>PROOF — output is identical: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166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BEFORE:  sign(+1) × inv_mom_z  =  +1 × (−ewma_z(diff))  =  −ewma_z(diff)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1663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AFTER:   sign(−1) × diff_z      =  −1 × (ewma_z(diff))   =  −ewma_z(diff)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394960"/>
            <a:ext cx="11155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ADCFC"/>
                </a:solidFill>
              </a:rPr>
              <a:t>← same result, direction now lives in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8A00"/>
                </a:solidFill>
              </a:rPr>
              <a:t>CHANGE — SLIDE 3 · THE FOUR SIGNAL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291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Update Momentum pillar: remove "inverted", add sign convention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84048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A4000"/>
                </a:solidFill>
              </a:rPr>
              <a:t>Context: Slide 3 shows the Momentum pillar bullet list. Two bullets described the transform as "inverted" — that language is now wrong. Direction lives in SignalMapping (sign = −1), not in the transform.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910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 · MOMENTUM — Affected bullets (only these two bullets change)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11521440" cy="402336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29968"/>
            <a:ext cx="54864" cy="402336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665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30"/>
                </a:solidFill>
              </a:rPr>
              <a:t>BEFORE: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9397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OAS spread momentum — 1M + 3M weighted, inverted (tightening = positive)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87168"/>
            <a:ext cx="11521440" cy="402336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87168"/>
            <a:ext cx="54864" cy="402336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237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A4B"/>
                </a:solidFill>
              </a:rPr>
              <a:t>AFTER: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6946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7A33"/>
                </a:solidFill>
              </a:rPr>
              <a:t>OAS spread momentum — 1M + 3M weighted,  sign = −1  (tightening = positive)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44368"/>
            <a:ext cx="115214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990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↳  The word "inverted" described the transform doing the inversion in Python. Now diff_z is neutral — sign = −1 in SignalMapping achieves the same result. Replace "inverted" with "sign = −1".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19856"/>
            <a:ext cx="11521440" cy="402336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54864" cy="402336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564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30"/>
                </a:solidFill>
              </a:rPr>
              <a:t>BEFORE: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48386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strike="sngStrike">
                <a:solidFill>
                  <a:srgbClr val="C02030"/>
                </a:solidFill>
              </a:rPr>
              <a:t>Yield momentum (inverted: falling yields = positive)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77056"/>
            <a:ext cx="11521440" cy="402336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877056"/>
            <a:ext cx="54864" cy="402336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136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A4B"/>
                </a:solidFill>
              </a:rPr>
              <a:t>AFTER: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95935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7A33"/>
                </a:solidFill>
              </a:rPr>
              <a:t>Yield momentum — sign = −1  (falling yields = positive)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34256"/>
            <a:ext cx="115214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3799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↳  Same logic. gt10_mom and gt02_mom now use diff_z with sign = −1. Remove "inverted:" and replace with the sign convention language.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19472"/>
            <a:ext cx="1152144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9560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All other Momentum bullets are unchanged: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212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Composite price momentum: 12-1M (40%) + 3M (25%) + MA cross (25%) + RSI (10%)  ·  CDX IG / HY synthetic index momentum  ·  Covers all 10 ACs via total return price indices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